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 a PPT about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326496"/>
                </a:solidFill>
              </a:rP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326496"/>
                </a:solidFill>
              </a:rPr>
              <a:t>Content related to 'Create a PPT about Artificial Intelligence' on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646464"/>
                </a:solidFill>
              </a:rP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646464"/>
                </a:solidFill>
              </a:rPr>
              <a:t>Content related to 'Create a PPT about Artificial Intelligence' on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966432"/>
                </a:solidFill>
              </a:rP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966432"/>
                </a:solidFill>
              </a:rPr>
              <a:t>Content related to 'Create a PPT about Artificial Intelligence' on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