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"Create a presentation about Artificial Intelligence and its applications."</a:t>
            </a:r>
          </a:p>
          <a:p/>
          <a:p>
            <a:r>
              <a:t>"Generate a colorful PPT on climate change and global warming."</a:t>
            </a:r>
          </a:p>
          <a:p/>
          <a:p>
            <a:r>
              <a:t>"Prepare a PowerPoint on Python programming basics for beginners."</a:t>
            </a:r>
          </a:p>
          <a:p/>
          <a:p>
            <a:r>
              <a:t>"Make a presentation about the solar system with 5 slides."</a:t>
            </a:r>
          </a:p>
          <a:p/>
          <a:p>
            <a:r>
              <a:t>"Create a business plan PPT for a startup in renewable energy."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326496"/>
                </a:solidFill>
              </a:rP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326496"/>
                </a:solidFill>
              </a:rPr>
              <a:t>Content related to '"Create a presentation about Artificial Intelligence and its applications."</a:t>
            </a:r>
          </a:p>
          <a:p/>
          <a:p>
            <a:r>
              <a:rPr sz="2400">
                <a:solidFill>
                  <a:srgbClr val="326496"/>
                </a:solidFill>
              </a:rPr>
              <a:t>"Generate a colorful PPT on climate change and global warming."</a:t>
            </a:r>
          </a:p>
          <a:p/>
          <a:p>
            <a:r>
              <a:rPr sz="2400">
                <a:solidFill>
                  <a:srgbClr val="326496"/>
                </a:solidFill>
              </a:rPr>
              <a:t>"Prepare a PowerPoint on Python programming basics for beginners."</a:t>
            </a:r>
          </a:p>
          <a:p/>
          <a:p>
            <a:r>
              <a:rPr sz="2400">
                <a:solidFill>
                  <a:srgbClr val="326496"/>
                </a:solidFill>
              </a:rPr>
              <a:t>"Make a presentation about the solar system with 5 slides."</a:t>
            </a:r>
          </a:p>
          <a:p/>
          <a:p>
            <a:r>
              <a:rPr sz="2400">
                <a:solidFill>
                  <a:srgbClr val="326496"/>
                </a:solidFill>
              </a:rPr>
              <a:t>"Create a business plan PPT for a startup in renewable energy."' on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</a:rP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</a:rPr>
              <a:t>Content related to '"Create a presentation about Artificial Intelligence and its applications."</a:t>
            </a:r>
          </a:p>
          <a:p/>
          <a:p>
            <a:r>
              <a:rPr sz="2400">
                <a:solidFill>
                  <a:srgbClr val="646464"/>
                </a:solidFill>
              </a:rPr>
              <a:t>"Generate a colorful PPT on climate change and global warming."</a:t>
            </a:r>
          </a:p>
          <a:p/>
          <a:p>
            <a:r>
              <a:rPr sz="2400">
                <a:solidFill>
                  <a:srgbClr val="646464"/>
                </a:solidFill>
              </a:rPr>
              <a:t>"Prepare a PowerPoint on Python programming basics for beginners."</a:t>
            </a:r>
          </a:p>
          <a:p/>
          <a:p>
            <a:r>
              <a:rPr sz="2400">
                <a:solidFill>
                  <a:srgbClr val="646464"/>
                </a:solidFill>
              </a:rPr>
              <a:t>"Make a presentation about the solar system with 5 slides."</a:t>
            </a:r>
          </a:p>
          <a:p/>
          <a:p>
            <a:r>
              <a:rPr sz="2400">
                <a:solidFill>
                  <a:srgbClr val="646464"/>
                </a:solidFill>
              </a:rPr>
              <a:t>"Create a business plan PPT for a startup in renewable energy."' on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966432"/>
                </a:solidFill>
              </a:rP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966432"/>
                </a:solidFill>
              </a:rPr>
              <a:t>Content related to '"Create a presentation about Artificial Intelligence and its applications."</a:t>
            </a:r>
          </a:p>
          <a:p/>
          <a:p>
            <a:r>
              <a:rPr sz="2400">
                <a:solidFill>
                  <a:srgbClr val="966432"/>
                </a:solidFill>
              </a:rPr>
              <a:t>"Generate a colorful PPT on climate change and global warming."</a:t>
            </a:r>
          </a:p>
          <a:p/>
          <a:p>
            <a:r>
              <a:rPr sz="2400">
                <a:solidFill>
                  <a:srgbClr val="966432"/>
                </a:solidFill>
              </a:rPr>
              <a:t>"Prepare a PowerPoint on Python programming basics for beginners."</a:t>
            </a:r>
          </a:p>
          <a:p/>
          <a:p>
            <a:r>
              <a:rPr sz="2400">
                <a:solidFill>
                  <a:srgbClr val="966432"/>
                </a:solidFill>
              </a:rPr>
              <a:t>"Make a presentation about the solar system with 5 slides."</a:t>
            </a:r>
          </a:p>
          <a:p/>
          <a:p>
            <a:r>
              <a:rPr sz="2400">
                <a:solidFill>
                  <a:srgbClr val="966432"/>
                </a:solidFill>
              </a:rPr>
              <a:t>"Create a business plan PPT for a startup in renewable energy."'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