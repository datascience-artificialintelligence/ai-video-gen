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and its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presentation about Artificial Intelligence and its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66CC"/>
                </a:solidFill>
              </a:rPr>
              <a:t>Slide 1: Artificial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This slide covers key points of 'Artificial Intelligence and its applications' (point 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323232"/>
                </a:solidFill>
              </a:rPr>
              <a:t>Slide 2: Artificial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9900"/>
                </a:solidFill>
              </a:rPr>
              <a:t>This slide covers key points of 'Artificial Intelligence and its applications' (point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AFF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66CC"/>
                </a:solidFill>
              </a:rPr>
              <a:t>Slide 3: Artificial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660033"/>
                </a:solidFill>
              </a:rPr>
              <a:t>This slide covers key points of 'Artificial Intelligence and its applications' (point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09900"/>
                </a:solidFill>
              </a:rPr>
              <a:t>Slide 4: Artificial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66CC"/>
                </a:solidFill>
              </a:rPr>
              <a:t>This slide covers key points of 'Artificial Intelligence and its applications' (point 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