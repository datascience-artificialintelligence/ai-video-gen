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import { useState, useEffect } from "react";</a:t>
            </a:r>
          </a:p>
          <a:p>
            <a:r>
              <a:t>import axios from "axios";</a:t>
            </a:r>
          </a:p>
          <a:p/>
          <a:p/>
          <a:p>
            <a:r>
              <a:t>function App() {</a:t>
            </a:r>
          </a:p>
          <a:p>
            <a:r>
              <a:t>  const [prompt, setPrompt] = useState("");</a:t>
            </a:r>
          </a:p>
          <a:p>
            <a:r>
              <a:t>  const [loading, setLoading] = useState(false);</a:t>
            </a:r>
          </a:p>
          <a:p>
            <a:r>
              <a:t>  const [theme, setTheme] = useState("light");</a:t>
            </a:r>
          </a:p>
          <a:p/>
          <a:p/>
          <a:p>
            <a:r>
              <a:t>  // Load theme from localStorage on mount</a:t>
            </a:r>
          </a:p>
          <a:p>
            <a:r>
              <a:t>  useEffect(() =&gt; {</a:t>
            </a:r>
          </a:p>
          <a:p>
            <a:r>
              <a:t>    const savedTheme = localStorage.getItem("theme") || "light";</a:t>
            </a:r>
          </a:p>
          <a:p>
            <a:r>
              <a:t>    setTheme(savedTheme);</a:t>
            </a:r>
          </a:p>
          <a:p>
            <a:r>
              <a:t>    if (savedTheme === "dark") {</a:t>
            </a:r>
          </a:p>
          <a:p>
            <a:r>
              <a:t>      document.documentElement.classList.add("dark");</a:t>
            </a:r>
          </a:p>
          <a:p>
            <a:r>
              <a:t>    } else {</a:t>
            </a:r>
          </a:p>
          <a:p>
            <a:r>
              <a:t>      document.documentElement.classList.remove("dark");</a:t>
            </a:r>
          </a:p>
          <a:p>
            <a:r>
              <a:t>    }</a:t>
            </a:r>
          </a:p>
          <a:p>
            <a:r>
              <a:t>  }, []);</a:t>
            </a:r>
          </a:p>
          <a:p/>
          <a:p/>
          <a:p>
            <a:r>
              <a:t>  // Toggle theme and save to localStorage</a:t>
            </a:r>
          </a:p>
          <a:p>
            <a:r>
              <a:t>  const toggleTheme = () =&gt; {</a:t>
            </a:r>
          </a:p>
          <a:p>
            <a:r>
              <a:t>    const newTheme = theme === "light" ? "dark" : "light";</a:t>
            </a:r>
          </a:p>
          <a:p>
            <a:r>
              <a:t>    setTheme(newTheme);</a:t>
            </a:r>
          </a:p>
          <a:p>
            <a:r>
              <a:t>    localStorage.setItem("theme", newTheme);</a:t>
            </a:r>
          </a:p>
          <a:p>
            <a:r>
              <a:t>    </a:t>
            </a:r>
          </a:p>
          <a:p>
            <a:r>
              <a:t>    if (newTheme === "dark") {</a:t>
            </a:r>
          </a:p>
          <a:p>
            <a:r>
              <a:t>      document.documentElement.classList.add("dark");</a:t>
            </a:r>
          </a:p>
          <a:p>
            <a:r>
              <a:t>    } else {</a:t>
            </a:r>
          </a:p>
          <a:p>
            <a:r>
              <a:t>      document.documentElement.classList.remove("dark");</a:t>
            </a:r>
          </a:p>
          <a:p>
            <a:r>
              <a:t>    }</a:t>
            </a:r>
          </a:p>
          <a:p>
            <a:r>
              <a:t>  };</a:t>
            </a:r>
          </a:p>
          <a:p/>
          <a:p/>
          <a:p>
            <a:r>
              <a:t>  const handleGenerate = async () =&gt; {</a:t>
            </a:r>
          </a:p>
          <a:p>
            <a:r>
              <a:t>    if (!prompt.trim()) return;</a:t>
            </a:r>
          </a:p>
          <a:p>
            <a:r>
              <a:t>    setLoading(true);</a:t>
            </a:r>
          </a:p>
          <a:p/>
          <a:p/>
          <a:p>
            <a:r>
              <a:t>    try {</a:t>
            </a:r>
          </a:p>
          <a:p>
            <a:r>
              <a:t>      const response = await axios.post(</a:t>
            </a:r>
          </a:p>
          <a:p>
            <a:r>
              <a:t>        "http://127.0.0.1:8000/generate-ppt",</a:t>
            </a:r>
          </a:p>
          <a:p>
            <a:r>
              <a:t>        { prompt },</a:t>
            </a:r>
          </a:p>
          <a:p>
            <a:r>
              <a:t>        { responseType: "blob" }</a:t>
            </a:r>
          </a:p>
          <a:p>
            <a:r>
              <a:t>      );</a:t>
            </a:r>
          </a:p>
          <a:p/>
          <a:p/>
          <a:p>
            <a:r>
              <a:t>      // Download the PPT file</a:t>
            </a:r>
          </a:p>
          <a:p>
            <a:r>
              <a:t>      const url = window.URL.createObjectURL(new Blob([response.data]));</a:t>
            </a:r>
          </a:p>
          <a:p>
            <a:r>
              <a:t>      const link = document.createElement("a");</a:t>
            </a:r>
          </a:p>
          <a:p>
            <a:r>
              <a:t>      link.href = url;</a:t>
            </a:r>
          </a:p>
          <a:p>
            <a:r>
              <a:t>      link.setAttribute("download", "GeneratedPPT.pptx");</a:t>
            </a:r>
          </a:p>
          <a:p>
            <a:r>
              <a:t>      document.body.appendChild(link);</a:t>
            </a:r>
          </a:p>
          <a:p>
            <a:r>
              <a:t>      link.click();</a:t>
            </a:r>
          </a:p>
          <a:p>
            <a:r>
              <a:t>      link.remove();</a:t>
            </a:r>
          </a:p>
          <a:p>
            <a:r>
              <a:t>    } catch (error) {</a:t>
            </a:r>
          </a:p>
          <a:p>
            <a:r>
              <a:t>      console.error(error);</a:t>
            </a:r>
          </a:p>
          <a:p>
            <a:r>
              <a:t>      alert("Error generating PPT. Please try again.");</a:t>
            </a:r>
          </a:p>
          <a:p>
            <a:r>
              <a:t>    } finally {</a:t>
            </a:r>
          </a:p>
          <a:p>
            <a:r>
              <a:t>      setLoading(false);</a:t>
            </a:r>
          </a:p>
          <a:p>
            <a:r>
              <a:t>    }</a:t>
            </a:r>
          </a:p>
          <a:p>
            <a:r>
              <a:t>  };</a:t>
            </a:r>
          </a:p>
          <a:p/>
          <a:p/>
          <a:p>
            <a:r>
              <a:t>  return (</a:t>
            </a:r>
          </a:p>
          <a:p>
            <a:r>
              <a:t>    &lt;div className="h-screen overflow-hidden transition-colors duration-300 bg-white dark:bg-black"&gt;</a:t>
            </a:r>
          </a:p>
          <a:p>
            <a:r>
              <a:t>      {/* Theme Toggle Button */}</a:t>
            </a:r>
          </a:p>
          <a:p>
            <a:r>
              <a:t>      &lt;div className="fixed top-6 right-6 z-50"&gt;</a:t>
            </a:r>
          </a:p>
          <a:p>
            <a:r>
              <a:t>        &lt;button</a:t>
            </a:r>
          </a:p>
          <a:p>
            <a:r>
              <a:t>          onClick={toggleTheme}</a:t>
            </a:r>
          </a:p>
          <a:p>
            <a:r>
              <a:t>          className="w-12 h-12 flex items-center justify-center rounded-full bg-black dark:bg-white text-white dark:text-black transition-all duration-300"</a:t>
            </a:r>
          </a:p>
          <a:p>
            <a:r>
              <a:t>          aria-label="Toggle theme"</a:t>
            </a:r>
          </a:p>
          <a:p>
            <a:r>
              <a:t>        &gt;</a:t>
            </a:r>
          </a:p>
          <a:p>
            <a:r>
              <a:t>          {theme === "light" ? (</a:t>
            </a:r>
          </a:p>
          <a:p>
            <a:r>
              <a:t>            &lt;svg className="w-5 h-5" fill="none" stroke="currentColor" viewBox="0 0 24 24"&gt;</a:t>
            </a:r>
          </a:p>
          <a:p>
            <a:r>
              <a:t>              &lt;path strokeLinecap="round" strokeLinejoin="round" strokeWidth={2} d="M20.354 15.354A9 9 0 018.646 3.646 9.003 9.003 0 0012 21a9.003 9.003 0 008.354-5.646z" /&gt;</a:t>
            </a:r>
          </a:p>
          <a:p>
            <a:r>
              <a:t>            &lt;/svg&gt;</a:t>
            </a:r>
          </a:p>
          <a:p>
            <a:r>
              <a:t>          ) : (</a:t>
            </a:r>
          </a:p>
          <a:p>
            <a:r>
              <a:t>            &lt;svg className="w-5 h-5" fill="none" stroke="currentColor" viewBox="0 0 24 24"&gt;</a:t>
            </a:r>
          </a:p>
          <a:p>
            <a:r>
              <a:t>              &lt;path strokeLinecap="round" strokeLinejoin="round" strokeWidth={2} d="M12 3v1m0 16v1m9-9h-1M4 12H3m15.364 6.364l-.707-.707M6.343 6.343l-.707-.707m12.728 0l-.707.707M6.343 17.657l-.707.707M16 12a4 4 0 11-8 0 4 4 0 018 0z" /&gt;</a:t>
            </a:r>
          </a:p>
          <a:p>
            <a:r>
              <a:t>            &lt;/svg&gt;</a:t>
            </a:r>
          </a:p>
          <a:p>
            <a:r>
              <a:t>          )}</a:t>
            </a:r>
          </a:p>
          <a:p>
            <a:r>
              <a:t>        &lt;/button&gt;</a:t>
            </a:r>
          </a:p>
          <a:p>
            <a:r>
              <a:t>      &lt;/div&gt;</a:t>
            </a:r>
          </a:p>
          <a:p/>
          <a:p/>
          <a:p>
            <a:r>
              <a:t>      {/* Main Content */}</a:t>
            </a:r>
          </a:p>
          <a:p>
            <a:r>
              <a:t>      &lt;div className="h-full flex items-center justify-center px-4"&gt;</a:t>
            </a:r>
          </a:p>
          <a:p>
            <a:r>
              <a:t>        &lt;div className="w-full max-w-2xl"&gt;</a:t>
            </a:r>
          </a:p>
          <a:p>
            <a:r>
              <a:t>          {/* Header */}</a:t>
            </a:r>
          </a:p>
          <a:p>
            <a:r>
              <a:t>          &lt;div className="text-center mb-8"&gt;</a:t>
            </a:r>
          </a:p>
          <a:p>
            <a:r>
              <a:t>            &lt;div className="inline-flex items-center justify-center w-16 h-16 mb-4 rounded-full bg-black dark:bg-white"&gt;</a:t>
            </a:r>
          </a:p>
          <a:p>
            <a:r>
              <a:t>              &lt;svg className="w-8 h-8 text-white dark:text-black" fill="none" stroke="currentColor" viewBox="0 0 24 24"&gt;</a:t>
            </a:r>
          </a:p>
          <a:p>
            <a:r>
              <a:t>                &lt;path strokeLinecap="round" strokeLinejoin="round" strokeWidth={2} d="M5 3v4M3 5h4M6 17v4m-2-2h4m5-16l2.286 6.857L21 12l-5.714 2.143L13 21l-2.286-6.857L5 12l5.714-2.143L13 3z" /&gt;</a:t>
            </a:r>
          </a:p>
          <a:p>
            <a:r>
              <a:t>              &lt;/svg&gt;</a:t>
            </a:r>
          </a:p>
          <a:p>
            <a:r>
              <a:t>            &lt;/div&gt;</a:t>
            </a:r>
          </a:p>
          <a:p>
            <a:r>
              <a:t>            &lt;h1 className="text-4xl font-bold mb-2 text-black dark:text-white"&gt;</a:t>
            </a:r>
          </a:p>
          <a:p>
            <a:r>
              <a:t>              AI PPT Generator</a:t>
            </a:r>
          </a:p>
          <a:p>
            <a:r>
              <a:t>            &lt;/h1&gt;</a:t>
            </a:r>
          </a:p>
          <a:p>
            <a:r>
              <a:t>            &lt;p className="text-gray-500 dark:text-gray-400"&gt;</a:t>
            </a:r>
          </a:p>
          <a:p>
            <a:r>
              <a:t>              Transform your ideas into stunning presentations instantly</a:t>
            </a:r>
          </a:p>
          <a:p>
            <a:r>
              <a:t>            &lt;/p&gt;</a:t>
            </a:r>
          </a:p>
          <a:p>
            <a:r>
              <a:t>          &lt;/div&gt;</a:t>
            </a:r>
          </a:p>
          <a:p/>
          <a:p/>
          <a:p>
            <a:r>
              <a:t>          {/* Card */}</a:t>
            </a:r>
          </a:p>
          <a:p>
            <a:r>
              <a:t>          &lt;div className="bg-white dark:bg-black border-2 border-black dark:border-white rounded-2xl p-8"&gt;</a:t>
            </a:r>
          </a:p>
          <a:p>
            <a:r>
              <a:t>            &lt;label</a:t>
            </a:r>
          </a:p>
          <a:p>
            <a:r>
              <a:t>              htmlFor="prompt"</a:t>
            </a:r>
          </a:p>
          <a:p>
            <a:r>
              <a:t>              className="block text-sm font-semibold mb-3 text-black dark:text-white"</a:t>
            </a:r>
          </a:p>
          <a:p>
            <a:r>
              <a:t>            &gt;</a:t>
            </a:r>
          </a:p>
          <a:p>
            <a:r>
              <a:t>              Enter Your Prompt</a:t>
            </a:r>
          </a:p>
          <a:p>
            <a:r>
              <a:t>            &lt;/label&gt;</a:t>
            </a:r>
          </a:p>
          <a:p>
            <a:r>
              <a:t>            &lt;textarea</a:t>
            </a:r>
          </a:p>
          <a:p>
            <a:r>
              <a:t>              id="prompt"</a:t>
            </a:r>
          </a:p>
          <a:p>
            <a:r>
              <a:t>              className="w-full h-40 max-h-40 overflow-y-auto border-2 border-black dark:border-white bg-white dark:bg-black text-black dark:text-white p-4 rounded-xl mb-6 focus:outline-none focus:ring-4 focus:ring-black/20 dark:focus:ring-white/20 transition-all duration-300 resize-none placeholder:text-gray-400 dark:placeholder:text-gray-500"</a:t>
            </a:r>
          </a:p>
          <a:p>
            <a:r>
              <a:t>              placeholder="Describe the presentation you want to create..."</a:t>
            </a:r>
          </a:p>
          <a:p>
            <a:r>
              <a:t>              value={prompt}</a:t>
            </a:r>
          </a:p>
          <a:p>
            <a:r>
              <a:t>              onChange={(e) =&gt; setPrompt(e.target.value)}</a:t>
            </a:r>
          </a:p>
          <a:p>
            <a:r>
              <a:t>            /&gt;</a:t>
            </a:r>
          </a:p>
          <a:p/>
          <a:p/>
          <a:p>
            <a:r>
              <a:t>            &lt;button</a:t>
            </a:r>
          </a:p>
          <a:p>
            <a:r>
              <a:t>              onClick={handleGenerate}</a:t>
            </a:r>
          </a:p>
          <a:p>
            <a:r>
              <a:t>              disabled={loading || !prompt.trim()}</a:t>
            </a:r>
          </a:p>
          <a:p>
            <a:r>
              <a:t>              className="w-full bg-black dark:bg-white text-white dark:text-black font-semibold py-4 px-6 rounded-xl disabled:opacity-50 disabled:cursor-not-allowed transition-all duration-300 flex items-center justify-center gap-2"</a:t>
            </a:r>
          </a:p>
          <a:p>
            <a:r>
              <a:t>            &gt;</a:t>
            </a:r>
          </a:p>
          <a:p>
            <a:r>
              <a:t>              {loading ? (</a:t>
            </a:r>
          </a:p>
          <a:p>
            <a:r>
              <a:t>                &lt;&gt;</a:t>
            </a:r>
          </a:p>
          <a:p>
            <a:r>
              <a:t>                  &lt;div className="w-5 h-5 border-2 border-white dark:border-black border-t-transparent rounded-full animate-spin" /&gt;</a:t>
            </a:r>
          </a:p>
          <a:p>
            <a:r>
              <a:t>                  Generating...</a:t>
            </a:r>
          </a:p>
          <a:p>
            <a:r>
              <a:t>                &lt;/&gt;</a:t>
            </a:r>
          </a:p>
          <a:p>
            <a:r>
              <a:t>              ) : (</a:t>
            </a:r>
          </a:p>
          <a:p>
            <a:r>
              <a:t>                &lt;&gt;</a:t>
            </a:r>
          </a:p>
          <a:p>
            <a:r>
              <a:t>                  &lt;svg className="w-5 h-5" fill="none" stroke="currentColor" viewBox="0 0 24 24"&gt;</a:t>
            </a:r>
          </a:p>
          <a:p>
            <a:r>
              <a:t>                    &lt;path strokeLinecap="round" strokeLinejoin="round" strokeWidth={2} d="M4 16v1a3 3 0 003 3h10a3 3 0 003-3v-1m-4-4l-4 4m0 0l-4-4m4 4V4" /&gt;</a:t>
            </a:r>
          </a:p>
          <a:p>
            <a:r>
              <a:t>                  &lt;/svg&gt;</a:t>
            </a:r>
          </a:p>
          <a:p>
            <a:r>
              <a:t>                  Generate PPT</a:t>
            </a:r>
          </a:p>
          <a:p>
            <a:r>
              <a:t>                &lt;/&gt;</a:t>
            </a:r>
          </a:p>
          <a:p>
            <a:r>
              <a:t>              )}</a:t>
            </a:r>
          </a:p>
          <a:p>
            <a:r>
              <a:t>            &lt;/button&gt;</a:t>
            </a:r>
          </a:p>
          <a:p/>
          <a:p/>
          <a:p>
            <a:r>
              <a:t>            {/* Info Text */}</a:t>
            </a:r>
          </a:p>
          <a:p>
            <a:r>
              <a:t>            &lt;p className="text-xs text-center mt-4 text-gray-500 dark:text-gray-400"&gt;</a:t>
            </a:r>
          </a:p>
          <a:p>
            <a:r>
              <a:t>              Your presentation will download automatically when ready</a:t>
            </a:r>
          </a:p>
          <a:p>
            <a:r>
              <a:t>            &lt;/p&gt;</a:t>
            </a:r>
          </a:p>
          <a:p>
            <a:r>
              <a:t>          &lt;/div&gt;</a:t>
            </a:r>
          </a:p>
          <a:p>
            <a:r>
              <a:t>        &lt;/div&gt;</a:t>
            </a:r>
          </a:p>
          <a:p>
            <a:r>
              <a:t>      &lt;/div&gt;</a:t>
            </a:r>
          </a:p>
          <a:p>
            <a:r>
              <a:t>    &lt;/div&gt;</a:t>
            </a:r>
          </a:p>
          <a:p>
            <a:r>
              <a:t>  );</a:t>
            </a:r>
          </a:p>
          <a:p>
            <a:r>
              <a:t>}</a:t>
            </a:r>
          </a:p>
          <a:p/>
          <a:p/>
          <a:p>
            <a:r>
              <a:t>export default App;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326496"/>
                </a:solidFill>
              </a:rP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326496"/>
                </a:solidFill>
              </a:rPr>
              <a:t>Content related to 'import { useState, useEffect } from "react";</a:t>
            </a:r>
          </a:p>
          <a:p>
            <a:r>
              <a:rPr sz="2400">
                <a:solidFill>
                  <a:srgbClr val="326496"/>
                </a:solidFill>
              </a:rPr>
              <a:t>import axios from "axios";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function App() {</a:t>
            </a:r>
          </a:p>
          <a:p>
            <a:r>
              <a:rPr sz="2400">
                <a:solidFill>
                  <a:srgbClr val="326496"/>
                </a:solidFill>
              </a:rPr>
              <a:t>  const [prompt, setPrompt] = useState("");</a:t>
            </a:r>
          </a:p>
          <a:p>
            <a:r>
              <a:rPr sz="2400">
                <a:solidFill>
                  <a:srgbClr val="326496"/>
                </a:solidFill>
              </a:rPr>
              <a:t>  const [loading, setLoading] = useState(false);</a:t>
            </a:r>
          </a:p>
          <a:p>
            <a:r>
              <a:rPr sz="2400">
                <a:solidFill>
                  <a:srgbClr val="326496"/>
                </a:solidFill>
              </a:rPr>
              <a:t>  const [theme, setTheme] = useState("light");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// Load theme from localStorage on mount</a:t>
            </a:r>
          </a:p>
          <a:p>
            <a:r>
              <a:rPr sz="2400">
                <a:solidFill>
                  <a:srgbClr val="326496"/>
                </a:solidFill>
              </a:rPr>
              <a:t>  useEffect(() =&gt; {</a:t>
            </a:r>
          </a:p>
          <a:p>
            <a:r>
              <a:rPr sz="2400">
                <a:solidFill>
                  <a:srgbClr val="326496"/>
                </a:solidFill>
              </a:rPr>
              <a:t>    const savedTheme = localStorage.getItem("theme") || "light";</a:t>
            </a:r>
          </a:p>
          <a:p>
            <a:r>
              <a:rPr sz="2400">
                <a:solidFill>
                  <a:srgbClr val="326496"/>
                </a:solidFill>
              </a:rPr>
              <a:t>    setTheme(savedTheme);</a:t>
            </a:r>
          </a:p>
          <a:p>
            <a:r>
              <a:rPr sz="2400">
                <a:solidFill>
                  <a:srgbClr val="326496"/>
                </a:solidFill>
              </a:rPr>
              <a:t>    if (savedTheme === "dark") {</a:t>
            </a:r>
          </a:p>
          <a:p>
            <a:r>
              <a:rPr sz="2400">
                <a:solidFill>
                  <a:srgbClr val="326496"/>
                </a:solidFill>
              </a:rPr>
              <a:t>      document.documentElement.classList.add("dark");</a:t>
            </a:r>
          </a:p>
          <a:p>
            <a:r>
              <a:rPr sz="2400">
                <a:solidFill>
                  <a:srgbClr val="326496"/>
                </a:solidFill>
              </a:rPr>
              <a:t>    } else {</a:t>
            </a:r>
          </a:p>
          <a:p>
            <a:r>
              <a:rPr sz="2400">
                <a:solidFill>
                  <a:srgbClr val="326496"/>
                </a:solidFill>
              </a:rPr>
              <a:t>      document.documentElement.classList.remove("dark");</a:t>
            </a:r>
          </a:p>
          <a:p>
            <a:r>
              <a:rPr sz="2400">
                <a:solidFill>
                  <a:srgbClr val="326496"/>
                </a:solidFill>
              </a:rPr>
              <a:t>    }</a:t>
            </a:r>
          </a:p>
          <a:p>
            <a:r>
              <a:rPr sz="2400">
                <a:solidFill>
                  <a:srgbClr val="326496"/>
                </a:solidFill>
              </a:rPr>
              <a:t>  }, []);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// Toggle theme and save to localStorage</a:t>
            </a:r>
          </a:p>
          <a:p>
            <a:r>
              <a:rPr sz="2400">
                <a:solidFill>
                  <a:srgbClr val="326496"/>
                </a:solidFill>
              </a:rPr>
              <a:t>  const toggleTheme = () =&gt; {</a:t>
            </a:r>
          </a:p>
          <a:p>
            <a:r>
              <a:rPr sz="2400">
                <a:solidFill>
                  <a:srgbClr val="326496"/>
                </a:solidFill>
              </a:rPr>
              <a:t>    const newTheme = theme === "light" ? "dark" : "light";</a:t>
            </a:r>
          </a:p>
          <a:p>
            <a:r>
              <a:rPr sz="2400">
                <a:solidFill>
                  <a:srgbClr val="326496"/>
                </a:solidFill>
              </a:rPr>
              <a:t>    setTheme(newTheme);</a:t>
            </a:r>
          </a:p>
          <a:p>
            <a:r>
              <a:rPr sz="2400">
                <a:solidFill>
                  <a:srgbClr val="326496"/>
                </a:solidFill>
              </a:rPr>
              <a:t>    localStorage.setItem("theme", newTheme);</a:t>
            </a:r>
          </a:p>
          <a:p>
            <a:r>
              <a:rPr sz="2400">
                <a:solidFill>
                  <a:srgbClr val="326496"/>
                </a:solidFill>
              </a:rPr>
              <a:t>    </a:t>
            </a:r>
          </a:p>
          <a:p>
            <a:r>
              <a:rPr sz="2400">
                <a:solidFill>
                  <a:srgbClr val="326496"/>
                </a:solidFill>
              </a:rPr>
              <a:t>    if (newTheme === "dark") {</a:t>
            </a:r>
          </a:p>
          <a:p>
            <a:r>
              <a:rPr sz="2400">
                <a:solidFill>
                  <a:srgbClr val="326496"/>
                </a:solidFill>
              </a:rPr>
              <a:t>      document.documentElement.classList.add("dark");</a:t>
            </a:r>
          </a:p>
          <a:p>
            <a:r>
              <a:rPr sz="2400">
                <a:solidFill>
                  <a:srgbClr val="326496"/>
                </a:solidFill>
              </a:rPr>
              <a:t>    } else {</a:t>
            </a:r>
          </a:p>
          <a:p>
            <a:r>
              <a:rPr sz="2400">
                <a:solidFill>
                  <a:srgbClr val="326496"/>
                </a:solidFill>
              </a:rPr>
              <a:t>      document.documentElement.classList.remove("dark");</a:t>
            </a:r>
          </a:p>
          <a:p>
            <a:r>
              <a:rPr sz="2400">
                <a:solidFill>
                  <a:srgbClr val="326496"/>
                </a:solidFill>
              </a:rPr>
              <a:t>    }</a:t>
            </a:r>
          </a:p>
          <a:p>
            <a:r>
              <a:rPr sz="2400">
                <a:solidFill>
                  <a:srgbClr val="326496"/>
                </a:solidFill>
              </a:rPr>
              <a:t>  };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const handleGenerate = async () =&gt; {</a:t>
            </a:r>
          </a:p>
          <a:p>
            <a:r>
              <a:rPr sz="2400">
                <a:solidFill>
                  <a:srgbClr val="326496"/>
                </a:solidFill>
              </a:rPr>
              <a:t>    if (!prompt.trim()) return;</a:t>
            </a:r>
          </a:p>
          <a:p>
            <a:r>
              <a:rPr sz="2400">
                <a:solidFill>
                  <a:srgbClr val="326496"/>
                </a:solidFill>
              </a:rPr>
              <a:t>    setLoading(true);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  try {</a:t>
            </a:r>
          </a:p>
          <a:p>
            <a:r>
              <a:rPr sz="2400">
                <a:solidFill>
                  <a:srgbClr val="326496"/>
                </a:solidFill>
              </a:rPr>
              <a:t>      const response = await axios.post(</a:t>
            </a:r>
          </a:p>
          <a:p>
            <a:r>
              <a:rPr sz="2400">
                <a:solidFill>
                  <a:srgbClr val="326496"/>
                </a:solidFill>
              </a:rPr>
              <a:t>        "http://127.0.0.1:8000/generate-ppt",</a:t>
            </a:r>
          </a:p>
          <a:p>
            <a:r>
              <a:rPr sz="2400">
                <a:solidFill>
                  <a:srgbClr val="326496"/>
                </a:solidFill>
              </a:rPr>
              <a:t>        { prompt },</a:t>
            </a:r>
          </a:p>
          <a:p>
            <a:r>
              <a:rPr sz="2400">
                <a:solidFill>
                  <a:srgbClr val="326496"/>
                </a:solidFill>
              </a:rPr>
              <a:t>        { responseType: "blob" }</a:t>
            </a:r>
          </a:p>
          <a:p>
            <a:r>
              <a:rPr sz="2400">
                <a:solidFill>
                  <a:srgbClr val="326496"/>
                </a:solidFill>
              </a:rPr>
              <a:t>      );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    // Download the PPT file</a:t>
            </a:r>
          </a:p>
          <a:p>
            <a:r>
              <a:rPr sz="2400">
                <a:solidFill>
                  <a:srgbClr val="326496"/>
                </a:solidFill>
              </a:rPr>
              <a:t>      const url = window.URL.createObjectURL(new Blob([response.data]));</a:t>
            </a:r>
          </a:p>
          <a:p>
            <a:r>
              <a:rPr sz="2400">
                <a:solidFill>
                  <a:srgbClr val="326496"/>
                </a:solidFill>
              </a:rPr>
              <a:t>      const link = document.createElement("a");</a:t>
            </a:r>
          </a:p>
          <a:p>
            <a:r>
              <a:rPr sz="2400">
                <a:solidFill>
                  <a:srgbClr val="326496"/>
                </a:solidFill>
              </a:rPr>
              <a:t>      link.href = url;</a:t>
            </a:r>
          </a:p>
          <a:p>
            <a:r>
              <a:rPr sz="2400">
                <a:solidFill>
                  <a:srgbClr val="326496"/>
                </a:solidFill>
              </a:rPr>
              <a:t>      link.setAttribute("download", "GeneratedPPT.pptx");</a:t>
            </a:r>
          </a:p>
          <a:p>
            <a:r>
              <a:rPr sz="2400">
                <a:solidFill>
                  <a:srgbClr val="326496"/>
                </a:solidFill>
              </a:rPr>
              <a:t>      document.body.appendChild(link);</a:t>
            </a:r>
          </a:p>
          <a:p>
            <a:r>
              <a:rPr sz="2400">
                <a:solidFill>
                  <a:srgbClr val="326496"/>
                </a:solidFill>
              </a:rPr>
              <a:t>      link.click();</a:t>
            </a:r>
          </a:p>
          <a:p>
            <a:r>
              <a:rPr sz="2400">
                <a:solidFill>
                  <a:srgbClr val="326496"/>
                </a:solidFill>
              </a:rPr>
              <a:t>      link.remove();</a:t>
            </a:r>
          </a:p>
          <a:p>
            <a:r>
              <a:rPr sz="2400">
                <a:solidFill>
                  <a:srgbClr val="326496"/>
                </a:solidFill>
              </a:rPr>
              <a:t>    } catch (error) {</a:t>
            </a:r>
          </a:p>
          <a:p>
            <a:r>
              <a:rPr sz="2400">
                <a:solidFill>
                  <a:srgbClr val="326496"/>
                </a:solidFill>
              </a:rPr>
              <a:t>      console.error(error);</a:t>
            </a:r>
          </a:p>
          <a:p>
            <a:r>
              <a:rPr sz="2400">
                <a:solidFill>
                  <a:srgbClr val="326496"/>
                </a:solidFill>
              </a:rPr>
              <a:t>      alert("Error generating PPT. Please try again.");</a:t>
            </a:r>
          </a:p>
          <a:p>
            <a:r>
              <a:rPr sz="2400">
                <a:solidFill>
                  <a:srgbClr val="326496"/>
                </a:solidFill>
              </a:rPr>
              <a:t>    } finally {</a:t>
            </a:r>
          </a:p>
          <a:p>
            <a:r>
              <a:rPr sz="2400">
                <a:solidFill>
                  <a:srgbClr val="326496"/>
                </a:solidFill>
              </a:rPr>
              <a:t>      setLoading(false);</a:t>
            </a:r>
          </a:p>
          <a:p>
            <a:r>
              <a:rPr sz="2400">
                <a:solidFill>
                  <a:srgbClr val="326496"/>
                </a:solidFill>
              </a:rPr>
              <a:t>    }</a:t>
            </a:r>
          </a:p>
          <a:p>
            <a:r>
              <a:rPr sz="2400">
                <a:solidFill>
                  <a:srgbClr val="326496"/>
                </a:solidFill>
              </a:rPr>
              <a:t>  };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return (</a:t>
            </a:r>
          </a:p>
          <a:p>
            <a:r>
              <a:rPr sz="2400">
                <a:solidFill>
                  <a:srgbClr val="326496"/>
                </a:solidFill>
              </a:rPr>
              <a:t>    &lt;div className="h-screen overflow-hidden transition-colors duration-300 bg-white dark:bg-black"&gt;</a:t>
            </a:r>
          </a:p>
          <a:p>
            <a:r>
              <a:rPr sz="2400">
                <a:solidFill>
                  <a:srgbClr val="326496"/>
                </a:solidFill>
              </a:rPr>
              <a:t>      {/* Theme Toggle Button */}</a:t>
            </a:r>
          </a:p>
          <a:p>
            <a:r>
              <a:rPr sz="2400">
                <a:solidFill>
                  <a:srgbClr val="326496"/>
                </a:solidFill>
              </a:rPr>
              <a:t>      &lt;div className="fixed top-6 right-6 z-50"&gt;</a:t>
            </a:r>
          </a:p>
          <a:p>
            <a:r>
              <a:rPr sz="2400">
                <a:solidFill>
                  <a:srgbClr val="326496"/>
                </a:solidFill>
              </a:rPr>
              <a:t>        &lt;button</a:t>
            </a:r>
          </a:p>
          <a:p>
            <a:r>
              <a:rPr sz="2400">
                <a:solidFill>
                  <a:srgbClr val="326496"/>
                </a:solidFill>
              </a:rPr>
              <a:t>          onClick={toggleTheme}</a:t>
            </a:r>
          </a:p>
          <a:p>
            <a:r>
              <a:rPr sz="2400">
                <a:solidFill>
                  <a:srgbClr val="326496"/>
                </a:solidFill>
              </a:rPr>
              <a:t>          className="w-12 h-12 flex items-center justify-center rounded-full bg-black dark:bg-white text-white dark:text-black transition-all duration-300"</a:t>
            </a:r>
          </a:p>
          <a:p>
            <a:r>
              <a:rPr sz="2400">
                <a:solidFill>
                  <a:srgbClr val="326496"/>
                </a:solidFill>
              </a:rPr>
              <a:t>          aria-label="Toggle theme"</a:t>
            </a:r>
          </a:p>
          <a:p>
            <a:r>
              <a:rPr sz="2400">
                <a:solidFill>
                  <a:srgbClr val="326496"/>
                </a:solidFill>
              </a:rPr>
              <a:t>        &gt;</a:t>
            </a:r>
          </a:p>
          <a:p>
            <a:r>
              <a:rPr sz="2400">
                <a:solidFill>
                  <a:srgbClr val="326496"/>
                </a:solidFill>
              </a:rPr>
              <a:t>          {theme === "light" ? (</a:t>
            </a:r>
          </a:p>
          <a:p>
            <a:r>
              <a:rPr sz="2400">
                <a:solidFill>
                  <a:srgbClr val="326496"/>
                </a:solidFill>
              </a:rPr>
              <a:t>            &lt;svg className="w-5 h-5" fill="none" stroke="currentColor" viewBox="0 0 24 24"&gt;</a:t>
            </a:r>
          </a:p>
          <a:p>
            <a:r>
              <a:rPr sz="2400">
                <a:solidFill>
                  <a:srgbClr val="326496"/>
                </a:solidFill>
              </a:rPr>
              <a:t>              &lt;path strokeLinecap="round" strokeLinejoin="round" strokeWidth={2} d="M20.354 15.354A9 9 0 018.646 3.646 9.003 9.003 0 0012 21a9.003 9.003 0 008.354-5.646z" /&gt;</a:t>
            </a:r>
          </a:p>
          <a:p>
            <a:r>
              <a:rPr sz="2400">
                <a:solidFill>
                  <a:srgbClr val="326496"/>
                </a:solidFill>
              </a:rPr>
              <a:t>            &lt;/svg&gt;</a:t>
            </a:r>
          </a:p>
          <a:p>
            <a:r>
              <a:rPr sz="2400">
                <a:solidFill>
                  <a:srgbClr val="326496"/>
                </a:solidFill>
              </a:rPr>
              <a:t>          ) : (</a:t>
            </a:r>
          </a:p>
          <a:p>
            <a:r>
              <a:rPr sz="2400">
                <a:solidFill>
                  <a:srgbClr val="326496"/>
                </a:solidFill>
              </a:rPr>
              <a:t>            &lt;svg className="w-5 h-5" fill="none" stroke="currentColor" viewBox="0 0 24 24"&gt;</a:t>
            </a:r>
          </a:p>
          <a:p>
            <a:r>
              <a:rPr sz="2400">
                <a:solidFill>
                  <a:srgbClr val="326496"/>
                </a:solidFill>
              </a:rPr>
              <a:t>              &lt;path strokeLinecap="round" strokeLinejoin="round" strokeWidth={2} d="M12 3v1m0 16v1m9-9h-1M4 12H3m15.364 6.364l-.707-.707M6.343 6.343l-.707-.707m12.728 0l-.707.707M6.343 17.657l-.707.707M16 12a4 4 0 11-8 0 4 4 0 018 0z" /&gt;</a:t>
            </a:r>
          </a:p>
          <a:p>
            <a:r>
              <a:rPr sz="2400">
                <a:solidFill>
                  <a:srgbClr val="326496"/>
                </a:solidFill>
              </a:rPr>
              <a:t>            &lt;/svg&gt;</a:t>
            </a:r>
          </a:p>
          <a:p>
            <a:r>
              <a:rPr sz="2400">
                <a:solidFill>
                  <a:srgbClr val="326496"/>
                </a:solidFill>
              </a:rPr>
              <a:t>          )}</a:t>
            </a:r>
          </a:p>
          <a:p>
            <a:r>
              <a:rPr sz="2400">
                <a:solidFill>
                  <a:srgbClr val="326496"/>
                </a:solidFill>
              </a:rPr>
              <a:t>        &lt;/button&gt;</a:t>
            </a:r>
          </a:p>
          <a:p>
            <a:r>
              <a:rPr sz="2400">
                <a:solidFill>
                  <a:srgbClr val="326496"/>
                </a:solidFill>
              </a:rPr>
              <a:t>      &lt;/div&gt;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    {/* Main Content */}</a:t>
            </a:r>
          </a:p>
          <a:p>
            <a:r>
              <a:rPr sz="2400">
                <a:solidFill>
                  <a:srgbClr val="326496"/>
                </a:solidFill>
              </a:rPr>
              <a:t>      &lt;div className="h-full flex items-center justify-center px-4"&gt;</a:t>
            </a:r>
          </a:p>
          <a:p>
            <a:r>
              <a:rPr sz="2400">
                <a:solidFill>
                  <a:srgbClr val="326496"/>
                </a:solidFill>
              </a:rPr>
              <a:t>        &lt;div className="w-full max-w-2xl"&gt;</a:t>
            </a:r>
          </a:p>
          <a:p>
            <a:r>
              <a:rPr sz="2400">
                <a:solidFill>
                  <a:srgbClr val="326496"/>
                </a:solidFill>
              </a:rPr>
              <a:t>          {/* Header */}</a:t>
            </a:r>
          </a:p>
          <a:p>
            <a:r>
              <a:rPr sz="2400">
                <a:solidFill>
                  <a:srgbClr val="326496"/>
                </a:solidFill>
              </a:rPr>
              <a:t>          &lt;div className="text-center mb-8"&gt;</a:t>
            </a:r>
          </a:p>
          <a:p>
            <a:r>
              <a:rPr sz="2400">
                <a:solidFill>
                  <a:srgbClr val="326496"/>
                </a:solidFill>
              </a:rPr>
              <a:t>            &lt;div className="inline-flex items-center justify-center w-16 h-16 mb-4 rounded-full bg-black dark:bg-white"&gt;</a:t>
            </a:r>
          </a:p>
          <a:p>
            <a:r>
              <a:rPr sz="2400">
                <a:solidFill>
                  <a:srgbClr val="326496"/>
                </a:solidFill>
              </a:rPr>
              <a:t>              &lt;svg className="w-8 h-8 text-white dark:text-black" fill="none" stroke="currentColor" viewBox="0 0 24 24"&gt;</a:t>
            </a:r>
          </a:p>
          <a:p>
            <a:r>
              <a:rPr sz="2400">
                <a:solidFill>
                  <a:srgbClr val="326496"/>
                </a:solidFill>
              </a:rPr>
              <a:t>                &lt;path strokeLinecap="round" strokeLinejoin="round" strokeWidth={2} d="M5 3v4M3 5h4M6 17v4m-2-2h4m5-16l2.286 6.857L21 12l-5.714 2.143L13 21l-2.286-6.857L5 12l5.714-2.143L13 3z" /&gt;</a:t>
            </a:r>
          </a:p>
          <a:p>
            <a:r>
              <a:rPr sz="2400">
                <a:solidFill>
                  <a:srgbClr val="326496"/>
                </a:solidFill>
              </a:rPr>
              <a:t>              &lt;/svg&gt;</a:t>
            </a:r>
          </a:p>
          <a:p>
            <a:r>
              <a:rPr sz="2400">
                <a:solidFill>
                  <a:srgbClr val="326496"/>
                </a:solidFill>
              </a:rPr>
              <a:t>            &lt;/div&gt;</a:t>
            </a:r>
          </a:p>
          <a:p>
            <a:r>
              <a:rPr sz="2400">
                <a:solidFill>
                  <a:srgbClr val="326496"/>
                </a:solidFill>
              </a:rPr>
              <a:t>            &lt;h1 className="text-4xl font-bold mb-2 text-black dark:text-white"&gt;</a:t>
            </a:r>
          </a:p>
          <a:p>
            <a:r>
              <a:rPr sz="2400">
                <a:solidFill>
                  <a:srgbClr val="326496"/>
                </a:solidFill>
              </a:rPr>
              <a:t>              AI PPT Generator</a:t>
            </a:r>
          </a:p>
          <a:p>
            <a:r>
              <a:rPr sz="2400">
                <a:solidFill>
                  <a:srgbClr val="326496"/>
                </a:solidFill>
              </a:rPr>
              <a:t>            &lt;/h1&gt;</a:t>
            </a:r>
          </a:p>
          <a:p>
            <a:r>
              <a:rPr sz="2400">
                <a:solidFill>
                  <a:srgbClr val="326496"/>
                </a:solidFill>
              </a:rPr>
              <a:t>            &lt;p className="text-gray-500 dark:text-gray-400"&gt;</a:t>
            </a:r>
          </a:p>
          <a:p>
            <a:r>
              <a:rPr sz="2400">
                <a:solidFill>
                  <a:srgbClr val="326496"/>
                </a:solidFill>
              </a:rPr>
              <a:t>              Transform your ideas into stunning presentations instantly</a:t>
            </a:r>
          </a:p>
          <a:p>
            <a:r>
              <a:rPr sz="2400">
                <a:solidFill>
                  <a:srgbClr val="326496"/>
                </a:solidFill>
              </a:rPr>
              <a:t>            &lt;/p&gt;</a:t>
            </a:r>
          </a:p>
          <a:p>
            <a:r>
              <a:rPr sz="2400">
                <a:solidFill>
                  <a:srgbClr val="326496"/>
                </a:solidFill>
              </a:rPr>
              <a:t>          &lt;/div&gt;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        {/* Card */}</a:t>
            </a:r>
          </a:p>
          <a:p>
            <a:r>
              <a:rPr sz="2400">
                <a:solidFill>
                  <a:srgbClr val="326496"/>
                </a:solidFill>
              </a:rPr>
              <a:t>          &lt;div className="bg-white dark:bg-black border-2 border-black dark:border-white rounded-2xl p-8"&gt;</a:t>
            </a:r>
          </a:p>
          <a:p>
            <a:r>
              <a:rPr sz="2400">
                <a:solidFill>
                  <a:srgbClr val="326496"/>
                </a:solidFill>
              </a:rPr>
              <a:t>            &lt;label</a:t>
            </a:r>
          </a:p>
          <a:p>
            <a:r>
              <a:rPr sz="2400">
                <a:solidFill>
                  <a:srgbClr val="326496"/>
                </a:solidFill>
              </a:rPr>
              <a:t>              htmlFor="prompt"</a:t>
            </a:r>
          </a:p>
          <a:p>
            <a:r>
              <a:rPr sz="2400">
                <a:solidFill>
                  <a:srgbClr val="326496"/>
                </a:solidFill>
              </a:rPr>
              <a:t>              className="block text-sm font-semibold mb-3 text-black dark:text-white"</a:t>
            </a:r>
          </a:p>
          <a:p>
            <a:r>
              <a:rPr sz="2400">
                <a:solidFill>
                  <a:srgbClr val="326496"/>
                </a:solidFill>
              </a:rPr>
              <a:t>            &gt;</a:t>
            </a:r>
          </a:p>
          <a:p>
            <a:r>
              <a:rPr sz="2400">
                <a:solidFill>
                  <a:srgbClr val="326496"/>
                </a:solidFill>
              </a:rPr>
              <a:t>              Enter Your Prompt</a:t>
            </a:r>
          </a:p>
          <a:p>
            <a:r>
              <a:rPr sz="2400">
                <a:solidFill>
                  <a:srgbClr val="326496"/>
                </a:solidFill>
              </a:rPr>
              <a:t>            &lt;/label&gt;</a:t>
            </a:r>
          </a:p>
          <a:p>
            <a:r>
              <a:rPr sz="2400">
                <a:solidFill>
                  <a:srgbClr val="326496"/>
                </a:solidFill>
              </a:rPr>
              <a:t>            &lt;textarea</a:t>
            </a:r>
          </a:p>
          <a:p>
            <a:r>
              <a:rPr sz="2400">
                <a:solidFill>
                  <a:srgbClr val="326496"/>
                </a:solidFill>
              </a:rPr>
              <a:t>              id="prompt"</a:t>
            </a:r>
          </a:p>
          <a:p>
            <a:r>
              <a:rPr sz="2400">
                <a:solidFill>
                  <a:srgbClr val="326496"/>
                </a:solidFill>
              </a:rPr>
              <a:t>              className="w-full h-40 max-h-40 overflow-y-auto border-2 border-black dark:border-white bg-white dark:bg-black text-black dark:text-white p-4 rounded-xl mb-6 focus:outline-none focus:ring-4 focus:ring-black/20 dark:focus:ring-white/20 transition-all duration-300 resize-none placeholder:text-gray-400 dark:placeholder:text-gray-500"</a:t>
            </a:r>
          </a:p>
          <a:p>
            <a:r>
              <a:rPr sz="2400">
                <a:solidFill>
                  <a:srgbClr val="326496"/>
                </a:solidFill>
              </a:rPr>
              <a:t>              placeholder="Describe the presentation you want to create..."</a:t>
            </a:r>
          </a:p>
          <a:p>
            <a:r>
              <a:rPr sz="2400">
                <a:solidFill>
                  <a:srgbClr val="326496"/>
                </a:solidFill>
              </a:rPr>
              <a:t>              value={prompt}</a:t>
            </a:r>
          </a:p>
          <a:p>
            <a:r>
              <a:rPr sz="2400">
                <a:solidFill>
                  <a:srgbClr val="326496"/>
                </a:solidFill>
              </a:rPr>
              <a:t>              onChange={(e) =&gt; setPrompt(e.target.value)}</a:t>
            </a:r>
          </a:p>
          <a:p>
            <a:r>
              <a:rPr sz="2400">
                <a:solidFill>
                  <a:srgbClr val="326496"/>
                </a:solidFill>
              </a:rPr>
              <a:t>            /&gt;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          &lt;button</a:t>
            </a:r>
          </a:p>
          <a:p>
            <a:r>
              <a:rPr sz="2400">
                <a:solidFill>
                  <a:srgbClr val="326496"/>
                </a:solidFill>
              </a:rPr>
              <a:t>              onClick={handleGenerate}</a:t>
            </a:r>
          </a:p>
          <a:p>
            <a:r>
              <a:rPr sz="2400">
                <a:solidFill>
                  <a:srgbClr val="326496"/>
                </a:solidFill>
              </a:rPr>
              <a:t>              disabled={loading || !prompt.trim()}</a:t>
            </a:r>
          </a:p>
          <a:p>
            <a:r>
              <a:rPr sz="2400">
                <a:solidFill>
                  <a:srgbClr val="326496"/>
                </a:solidFill>
              </a:rPr>
              <a:t>              className="w-full bg-black dark:bg-white text-white dark:text-black font-semibold py-4 px-6 rounded-xl disabled:opacity-50 disabled:cursor-not-allowed transition-all duration-300 flex items-center justify-center gap-2"</a:t>
            </a:r>
          </a:p>
          <a:p>
            <a:r>
              <a:rPr sz="2400">
                <a:solidFill>
                  <a:srgbClr val="326496"/>
                </a:solidFill>
              </a:rPr>
              <a:t>            &gt;</a:t>
            </a:r>
          </a:p>
          <a:p>
            <a:r>
              <a:rPr sz="2400">
                <a:solidFill>
                  <a:srgbClr val="326496"/>
                </a:solidFill>
              </a:rPr>
              <a:t>              {loading ? (</a:t>
            </a:r>
          </a:p>
          <a:p>
            <a:r>
              <a:rPr sz="2400">
                <a:solidFill>
                  <a:srgbClr val="326496"/>
                </a:solidFill>
              </a:rPr>
              <a:t>                &lt;&gt;</a:t>
            </a:r>
          </a:p>
          <a:p>
            <a:r>
              <a:rPr sz="2400">
                <a:solidFill>
                  <a:srgbClr val="326496"/>
                </a:solidFill>
              </a:rPr>
              <a:t>                  &lt;div className="w-5 h-5 border-2 border-white dark:border-black border-t-transparent rounded-full animate-spin" /&gt;</a:t>
            </a:r>
          </a:p>
          <a:p>
            <a:r>
              <a:rPr sz="2400">
                <a:solidFill>
                  <a:srgbClr val="326496"/>
                </a:solidFill>
              </a:rPr>
              <a:t>                  Generating...</a:t>
            </a:r>
          </a:p>
          <a:p>
            <a:r>
              <a:rPr sz="2400">
                <a:solidFill>
                  <a:srgbClr val="326496"/>
                </a:solidFill>
              </a:rPr>
              <a:t>                &lt;/&gt;</a:t>
            </a:r>
          </a:p>
          <a:p>
            <a:r>
              <a:rPr sz="2400">
                <a:solidFill>
                  <a:srgbClr val="326496"/>
                </a:solidFill>
              </a:rPr>
              <a:t>              ) : (</a:t>
            </a:r>
          </a:p>
          <a:p>
            <a:r>
              <a:rPr sz="2400">
                <a:solidFill>
                  <a:srgbClr val="326496"/>
                </a:solidFill>
              </a:rPr>
              <a:t>                &lt;&gt;</a:t>
            </a:r>
          </a:p>
          <a:p>
            <a:r>
              <a:rPr sz="2400">
                <a:solidFill>
                  <a:srgbClr val="326496"/>
                </a:solidFill>
              </a:rPr>
              <a:t>                  &lt;svg className="w-5 h-5" fill="none" stroke="currentColor" viewBox="0 0 24 24"&gt;</a:t>
            </a:r>
          </a:p>
          <a:p>
            <a:r>
              <a:rPr sz="2400">
                <a:solidFill>
                  <a:srgbClr val="326496"/>
                </a:solidFill>
              </a:rPr>
              <a:t>                    &lt;path strokeLinecap="round" strokeLinejoin="round" strokeWidth={2} d="M4 16v1a3 3 0 003 3h10a3 3 0 003-3v-1m-4-4l-4 4m0 0l-4-4m4 4V4" /&gt;</a:t>
            </a:r>
          </a:p>
          <a:p>
            <a:r>
              <a:rPr sz="2400">
                <a:solidFill>
                  <a:srgbClr val="326496"/>
                </a:solidFill>
              </a:rPr>
              <a:t>                  &lt;/svg&gt;</a:t>
            </a:r>
          </a:p>
          <a:p>
            <a:r>
              <a:rPr sz="2400">
                <a:solidFill>
                  <a:srgbClr val="326496"/>
                </a:solidFill>
              </a:rPr>
              <a:t>                  Generate PPT</a:t>
            </a:r>
          </a:p>
          <a:p>
            <a:r>
              <a:rPr sz="2400">
                <a:solidFill>
                  <a:srgbClr val="326496"/>
                </a:solidFill>
              </a:rPr>
              <a:t>                &lt;/&gt;</a:t>
            </a:r>
          </a:p>
          <a:p>
            <a:r>
              <a:rPr sz="2400">
                <a:solidFill>
                  <a:srgbClr val="326496"/>
                </a:solidFill>
              </a:rPr>
              <a:t>              )}</a:t>
            </a:r>
          </a:p>
          <a:p>
            <a:r>
              <a:rPr sz="2400">
                <a:solidFill>
                  <a:srgbClr val="326496"/>
                </a:solidFill>
              </a:rPr>
              <a:t>            &lt;/button&gt;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            {/* Info Text */}</a:t>
            </a:r>
          </a:p>
          <a:p>
            <a:r>
              <a:rPr sz="2400">
                <a:solidFill>
                  <a:srgbClr val="326496"/>
                </a:solidFill>
              </a:rPr>
              <a:t>            &lt;p className="text-xs text-center mt-4 text-gray-500 dark:text-gray-400"&gt;</a:t>
            </a:r>
          </a:p>
          <a:p>
            <a:r>
              <a:rPr sz="2400">
                <a:solidFill>
                  <a:srgbClr val="326496"/>
                </a:solidFill>
              </a:rPr>
              <a:t>              Your presentation will download automatically when ready</a:t>
            </a:r>
          </a:p>
          <a:p>
            <a:r>
              <a:rPr sz="2400">
                <a:solidFill>
                  <a:srgbClr val="326496"/>
                </a:solidFill>
              </a:rPr>
              <a:t>            &lt;/p&gt;</a:t>
            </a:r>
          </a:p>
          <a:p>
            <a:r>
              <a:rPr sz="2400">
                <a:solidFill>
                  <a:srgbClr val="326496"/>
                </a:solidFill>
              </a:rPr>
              <a:t>          &lt;/div&gt;</a:t>
            </a:r>
          </a:p>
          <a:p>
            <a:r>
              <a:rPr sz="2400">
                <a:solidFill>
                  <a:srgbClr val="326496"/>
                </a:solidFill>
              </a:rPr>
              <a:t>        &lt;/div&gt;</a:t>
            </a:r>
          </a:p>
          <a:p>
            <a:r>
              <a:rPr sz="2400">
                <a:solidFill>
                  <a:srgbClr val="326496"/>
                </a:solidFill>
              </a:rPr>
              <a:t>      &lt;/div&gt;</a:t>
            </a:r>
          </a:p>
          <a:p>
            <a:r>
              <a:rPr sz="2400">
                <a:solidFill>
                  <a:srgbClr val="326496"/>
                </a:solidFill>
              </a:rPr>
              <a:t>    &lt;/div&gt;</a:t>
            </a:r>
          </a:p>
          <a:p>
            <a:r>
              <a:rPr sz="2400">
                <a:solidFill>
                  <a:srgbClr val="326496"/>
                </a:solidFill>
              </a:rPr>
              <a:t>  );</a:t>
            </a:r>
          </a:p>
          <a:p>
            <a:r>
              <a:rPr sz="2400">
                <a:solidFill>
                  <a:srgbClr val="326496"/>
                </a:solidFill>
              </a:rPr>
              <a:t>}</a:t>
            </a:r>
          </a:p>
          <a:p/>
          <a:p/>
          <a:p>
            <a:r>
              <a:rPr sz="2400">
                <a:solidFill>
                  <a:srgbClr val="326496"/>
                </a:solidFill>
              </a:rPr>
              <a:t>export default App;</a:t>
            </a:r>
          </a:p>
          <a:p>
            <a:r>
              <a:rPr sz="2400">
                <a:solidFill>
                  <a:srgbClr val="326496"/>
                </a:solidFill>
              </a:rPr>
              <a:t>' on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646464"/>
                </a:solidFill>
              </a:rP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646464"/>
                </a:solidFill>
              </a:rPr>
              <a:t>Content related to 'import { useState, useEffect } from "react";</a:t>
            </a:r>
          </a:p>
          <a:p>
            <a:r>
              <a:rPr sz="2400">
                <a:solidFill>
                  <a:srgbClr val="646464"/>
                </a:solidFill>
              </a:rPr>
              <a:t>import axios from "axios";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function App() {</a:t>
            </a:r>
          </a:p>
          <a:p>
            <a:r>
              <a:rPr sz="2400">
                <a:solidFill>
                  <a:srgbClr val="646464"/>
                </a:solidFill>
              </a:rPr>
              <a:t>  const [prompt, setPrompt] = useState("");</a:t>
            </a:r>
          </a:p>
          <a:p>
            <a:r>
              <a:rPr sz="2400">
                <a:solidFill>
                  <a:srgbClr val="646464"/>
                </a:solidFill>
              </a:rPr>
              <a:t>  const [loading, setLoading] = useState(false);</a:t>
            </a:r>
          </a:p>
          <a:p>
            <a:r>
              <a:rPr sz="2400">
                <a:solidFill>
                  <a:srgbClr val="646464"/>
                </a:solidFill>
              </a:rPr>
              <a:t>  const [theme, setTheme] = useState("light");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// Load theme from localStorage on mount</a:t>
            </a:r>
          </a:p>
          <a:p>
            <a:r>
              <a:rPr sz="2400">
                <a:solidFill>
                  <a:srgbClr val="646464"/>
                </a:solidFill>
              </a:rPr>
              <a:t>  useEffect(() =&gt; {</a:t>
            </a:r>
          </a:p>
          <a:p>
            <a:r>
              <a:rPr sz="2400">
                <a:solidFill>
                  <a:srgbClr val="646464"/>
                </a:solidFill>
              </a:rPr>
              <a:t>    const savedTheme = localStorage.getItem("theme") || "light";</a:t>
            </a:r>
          </a:p>
          <a:p>
            <a:r>
              <a:rPr sz="2400">
                <a:solidFill>
                  <a:srgbClr val="646464"/>
                </a:solidFill>
              </a:rPr>
              <a:t>    setTheme(savedTheme);</a:t>
            </a:r>
          </a:p>
          <a:p>
            <a:r>
              <a:rPr sz="2400">
                <a:solidFill>
                  <a:srgbClr val="646464"/>
                </a:solidFill>
              </a:rPr>
              <a:t>    if (savedTheme === "dark") {</a:t>
            </a:r>
          </a:p>
          <a:p>
            <a:r>
              <a:rPr sz="2400">
                <a:solidFill>
                  <a:srgbClr val="646464"/>
                </a:solidFill>
              </a:rPr>
              <a:t>      document.documentElement.classList.add("dark");</a:t>
            </a:r>
          </a:p>
          <a:p>
            <a:r>
              <a:rPr sz="2400">
                <a:solidFill>
                  <a:srgbClr val="646464"/>
                </a:solidFill>
              </a:rPr>
              <a:t>    } else {</a:t>
            </a:r>
          </a:p>
          <a:p>
            <a:r>
              <a:rPr sz="2400">
                <a:solidFill>
                  <a:srgbClr val="646464"/>
                </a:solidFill>
              </a:rPr>
              <a:t>      document.documentElement.classList.remove("dark");</a:t>
            </a:r>
          </a:p>
          <a:p>
            <a:r>
              <a:rPr sz="2400">
                <a:solidFill>
                  <a:srgbClr val="646464"/>
                </a:solidFill>
              </a:rPr>
              <a:t>    }</a:t>
            </a:r>
          </a:p>
          <a:p>
            <a:r>
              <a:rPr sz="2400">
                <a:solidFill>
                  <a:srgbClr val="646464"/>
                </a:solidFill>
              </a:rPr>
              <a:t>  }, []);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// Toggle theme and save to localStorage</a:t>
            </a:r>
          </a:p>
          <a:p>
            <a:r>
              <a:rPr sz="2400">
                <a:solidFill>
                  <a:srgbClr val="646464"/>
                </a:solidFill>
              </a:rPr>
              <a:t>  const toggleTheme = () =&gt; {</a:t>
            </a:r>
          </a:p>
          <a:p>
            <a:r>
              <a:rPr sz="2400">
                <a:solidFill>
                  <a:srgbClr val="646464"/>
                </a:solidFill>
              </a:rPr>
              <a:t>    const newTheme = theme === "light" ? "dark" : "light";</a:t>
            </a:r>
          </a:p>
          <a:p>
            <a:r>
              <a:rPr sz="2400">
                <a:solidFill>
                  <a:srgbClr val="646464"/>
                </a:solidFill>
              </a:rPr>
              <a:t>    setTheme(newTheme);</a:t>
            </a:r>
          </a:p>
          <a:p>
            <a:r>
              <a:rPr sz="2400">
                <a:solidFill>
                  <a:srgbClr val="646464"/>
                </a:solidFill>
              </a:rPr>
              <a:t>    localStorage.setItem("theme", newTheme);</a:t>
            </a:r>
          </a:p>
          <a:p>
            <a:r>
              <a:rPr sz="2400">
                <a:solidFill>
                  <a:srgbClr val="646464"/>
                </a:solidFill>
              </a:rPr>
              <a:t>    </a:t>
            </a:r>
          </a:p>
          <a:p>
            <a:r>
              <a:rPr sz="2400">
                <a:solidFill>
                  <a:srgbClr val="646464"/>
                </a:solidFill>
              </a:rPr>
              <a:t>    if (newTheme === "dark") {</a:t>
            </a:r>
          </a:p>
          <a:p>
            <a:r>
              <a:rPr sz="2400">
                <a:solidFill>
                  <a:srgbClr val="646464"/>
                </a:solidFill>
              </a:rPr>
              <a:t>      document.documentElement.classList.add("dark");</a:t>
            </a:r>
          </a:p>
          <a:p>
            <a:r>
              <a:rPr sz="2400">
                <a:solidFill>
                  <a:srgbClr val="646464"/>
                </a:solidFill>
              </a:rPr>
              <a:t>    } else {</a:t>
            </a:r>
          </a:p>
          <a:p>
            <a:r>
              <a:rPr sz="2400">
                <a:solidFill>
                  <a:srgbClr val="646464"/>
                </a:solidFill>
              </a:rPr>
              <a:t>      document.documentElement.classList.remove("dark");</a:t>
            </a:r>
          </a:p>
          <a:p>
            <a:r>
              <a:rPr sz="2400">
                <a:solidFill>
                  <a:srgbClr val="646464"/>
                </a:solidFill>
              </a:rPr>
              <a:t>    }</a:t>
            </a:r>
          </a:p>
          <a:p>
            <a:r>
              <a:rPr sz="2400">
                <a:solidFill>
                  <a:srgbClr val="646464"/>
                </a:solidFill>
              </a:rPr>
              <a:t>  };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const handleGenerate = async () =&gt; {</a:t>
            </a:r>
          </a:p>
          <a:p>
            <a:r>
              <a:rPr sz="2400">
                <a:solidFill>
                  <a:srgbClr val="646464"/>
                </a:solidFill>
              </a:rPr>
              <a:t>    if (!prompt.trim()) return;</a:t>
            </a:r>
          </a:p>
          <a:p>
            <a:r>
              <a:rPr sz="2400">
                <a:solidFill>
                  <a:srgbClr val="646464"/>
                </a:solidFill>
              </a:rPr>
              <a:t>    setLoading(true);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  try {</a:t>
            </a:r>
          </a:p>
          <a:p>
            <a:r>
              <a:rPr sz="2400">
                <a:solidFill>
                  <a:srgbClr val="646464"/>
                </a:solidFill>
              </a:rPr>
              <a:t>      const response = await axios.post(</a:t>
            </a:r>
          </a:p>
          <a:p>
            <a:r>
              <a:rPr sz="2400">
                <a:solidFill>
                  <a:srgbClr val="646464"/>
                </a:solidFill>
              </a:rPr>
              <a:t>        "http://127.0.0.1:8000/generate-ppt",</a:t>
            </a:r>
          </a:p>
          <a:p>
            <a:r>
              <a:rPr sz="2400">
                <a:solidFill>
                  <a:srgbClr val="646464"/>
                </a:solidFill>
              </a:rPr>
              <a:t>        { prompt },</a:t>
            </a:r>
          </a:p>
          <a:p>
            <a:r>
              <a:rPr sz="2400">
                <a:solidFill>
                  <a:srgbClr val="646464"/>
                </a:solidFill>
              </a:rPr>
              <a:t>        { responseType: "blob" }</a:t>
            </a:r>
          </a:p>
          <a:p>
            <a:r>
              <a:rPr sz="2400">
                <a:solidFill>
                  <a:srgbClr val="646464"/>
                </a:solidFill>
              </a:rPr>
              <a:t>      );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    // Download the PPT file</a:t>
            </a:r>
          </a:p>
          <a:p>
            <a:r>
              <a:rPr sz="2400">
                <a:solidFill>
                  <a:srgbClr val="646464"/>
                </a:solidFill>
              </a:rPr>
              <a:t>      const url = window.URL.createObjectURL(new Blob([response.data]));</a:t>
            </a:r>
          </a:p>
          <a:p>
            <a:r>
              <a:rPr sz="2400">
                <a:solidFill>
                  <a:srgbClr val="646464"/>
                </a:solidFill>
              </a:rPr>
              <a:t>      const link = document.createElement("a");</a:t>
            </a:r>
          </a:p>
          <a:p>
            <a:r>
              <a:rPr sz="2400">
                <a:solidFill>
                  <a:srgbClr val="646464"/>
                </a:solidFill>
              </a:rPr>
              <a:t>      link.href = url;</a:t>
            </a:r>
          </a:p>
          <a:p>
            <a:r>
              <a:rPr sz="2400">
                <a:solidFill>
                  <a:srgbClr val="646464"/>
                </a:solidFill>
              </a:rPr>
              <a:t>      link.setAttribute("download", "GeneratedPPT.pptx");</a:t>
            </a:r>
          </a:p>
          <a:p>
            <a:r>
              <a:rPr sz="2400">
                <a:solidFill>
                  <a:srgbClr val="646464"/>
                </a:solidFill>
              </a:rPr>
              <a:t>      document.body.appendChild(link);</a:t>
            </a:r>
          </a:p>
          <a:p>
            <a:r>
              <a:rPr sz="2400">
                <a:solidFill>
                  <a:srgbClr val="646464"/>
                </a:solidFill>
              </a:rPr>
              <a:t>      link.click();</a:t>
            </a:r>
          </a:p>
          <a:p>
            <a:r>
              <a:rPr sz="2400">
                <a:solidFill>
                  <a:srgbClr val="646464"/>
                </a:solidFill>
              </a:rPr>
              <a:t>      link.remove();</a:t>
            </a:r>
          </a:p>
          <a:p>
            <a:r>
              <a:rPr sz="2400">
                <a:solidFill>
                  <a:srgbClr val="646464"/>
                </a:solidFill>
              </a:rPr>
              <a:t>    } catch (error) {</a:t>
            </a:r>
          </a:p>
          <a:p>
            <a:r>
              <a:rPr sz="2400">
                <a:solidFill>
                  <a:srgbClr val="646464"/>
                </a:solidFill>
              </a:rPr>
              <a:t>      console.error(error);</a:t>
            </a:r>
          </a:p>
          <a:p>
            <a:r>
              <a:rPr sz="2400">
                <a:solidFill>
                  <a:srgbClr val="646464"/>
                </a:solidFill>
              </a:rPr>
              <a:t>      alert("Error generating PPT. Please try again.");</a:t>
            </a:r>
          </a:p>
          <a:p>
            <a:r>
              <a:rPr sz="2400">
                <a:solidFill>
                  <a:srgbClr val="646464"/>
                </a:solidFill>
              </a:rPr>
              <a:t>    } finally {</a:t>
            </a:r>
          </a:p>
          <a:p>
            <a:r>
              <a:rPr sz="2400">
                <a:solidFill>
                  <a:srgbClr val="646464"/>
                </a:solidFill>
              </a:rPr>
              <a:t>      setLoading(false);</a:t>
            </a:r>
          </a:p>
          <a:p>
            <a:r>
              <a:rPr sz="2400">
                <a:solidFill>
                  <a:srgbClr val="646464"/>
                </a:solidFill>
              </a:rPr>
              <a:t>    }</a:t>
            </a:r>
          </a:p>
          <a:p>
            <a:r>
              <a:rPr sz="2400">
                <a:solidFill>
                  <a:srgbClr val="646464"/>
                </a:solidFill>
              </a:rPr>
              <a:t>  };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return (</a:t>
            </a:r>
          </a:p>
          <a:p>
            <a:r>
              <a:rPr sz="2400">
                <a:solidFill>
                  <a:srgbClr val="646464"/>
                </a:solidFill>
              </a:rPr>
              <a:t>    &lt;div className="h-screen overflow-hidden transition-colors duration-300 bg-white dark:bg-black"&gt;</a:t>
            </a:r>
          </a:p>
          <a:p>
            <a:r>
              <a:rPr sz="2400">
                <a:solidFill>
                  <a:srgbClr val="646464"/>
                </a:solidFill>
              </a:rPr>
              <a:t>      {/* Theme Toggle Button */}</a:t>
            </a:r>
          </a:p>
          <a:p>
            <a:r>
              <a:rPr sz="2400">
                <a:solidFill>
                  <a:srgbClr val="646464"/>
                </a:solidFill>
              </a:rPr>
              <a:t>      &lt;div className="fixed top-6 right-6 z-50"&gt;</a:t>
            </a:r>
          </a:p>
          <a:p>
            <a:r>
              <a:rPr sz="2400">
                <a:solidFill>
                  <a:srgbClr val="646464"/>
                </a:solidFill>
              </a:rPr>
              <a:t>        &lt;button</a:t>
            </a:r>
          </a:p>
          <a:p>
            <a:r>
              <a:rPr sz="2400">
                <a:solidFill>
                  <a:srgbClr val="646464"/>
                </a:solidFill>
              </a:rPr>
              <a:t>          onClick={toggleTheme}</a:t>
            </a:r>
          </a:p>
          <a:p>
            <a:r>
              <a:rPr sz="2400">
                <a:solidFill>
                  <a:srgbClr val="646464"/>
                </a:solidFill>
              </a:rPr>
              <a:t>          className="w-12 h-12 flex items-center justify-center rounded-full bg-black dark:bg-white text-white dark:text-black transition-all duration-300"</a:t>
            </a:r>
          </a:p>
          <a:p>
            <a:r>
              <a:rPr sz="2400">
                <a:solidFill>
                  <a:srgbClr val="646464"/>
                </a:solidFill>
              </a:rPr>
              <a:t>          aria-label="Toggle theme"</a:t>
            </a:r>
          </a:p>
          <a:p>
            <a:r>
              <a:rPr sz="2400">
                <a:solidFill>
                  <a:srgbClr val="646464"/>
                </a:solidFill>
              </a:rPr>
              <a:t>        &gt;</a:t>
            </a:r>
          </a:p>
          <a:p>
            <a:r>
              <a:rPr sz="2400">
                <a:solidFill>
                  <a:srgbClr val="646464"/>
                </a:solidFill>
              </a:rPr>
              <a:t>          {theme === "light" ? (</a:t>
            </a:r>
          </a:p>
          <a:p>
            <a:r>
              <a:rPr sz="2400">
                <a:solidFill>
                  <a:srgbClr val="646464"/>
                </a:solidFill>
              </a:rPr>
              <a:t>            &lt;svg className="w-5 h-5" fill="none" stroke="currentColor" viewBox="0 0 24 24"&gt;</a:t>
            </a:r>
          </a:p>
          <a:p>
            <a:r>
              <a:rPr sz="2400">
                <a:solidFill>
                  <a:srgbClr val="646464"/>
                </a:solidFill>
              </a:rPr>
              <a:t>              &lt;path strokeLinecap="round" strokeLinejoin="round" strokeWidth={2} d="M20.354 15.354A9 9 0 018.646 3.646 9.003 9.003 0 0012 21a9.003 9.003 0 008.354-5.646z" /&gt;</a:t>
            </a:r>
          </a:p>
          <a:p>
            <a:r>
              <a:rPr sz="2400">
                <a:solidFill>
                  <a:srgbClr val="646464"/>
                </a:solidFill>
              </a:rPr>
              <a:t>            &lt;/svg&gt;</a:t>
            </a:r>
          </a:p>
          <a:p>
            <a:r>
              <a:rPr sz="2400">
                <a:solidFill>
                  <a:srgbClr val="646464"/>
                </a:solidFill>
              </a:rPr>
              <a:t>          ) : (</a:t>
            </a:r>
          </a:p>
          <a:p>
            <a:r>
              <a:rPr sz="2400">
                <a:solidFill>
                  <a:srgbClr val="646464"/>
                </a:solidFill>
              </a:rPr>
              <a:t>            &lt;svg className="w-5 h-5" fill="none" stroke="currentColor" viewBox="0 0 24 24"&gt;</a:t>
            </a:r>
          </a:p>
          <a:p>
            <a:r>
              <a:rPr sz="2400">
                <a:solidFill>
                  <a:srgbClr val="646464"/>
                </a:solidFill>
              </a:rPr>
              <a:t>              &lt;path strokeLinecap="round" strokeLinejoin="round" strokeWidth={2} d="M12 3v1m0 16v1m9-9h-1M4 12H3m15.364 6.364l-.707-.707M6.343 6.343l-.707-.707m12.728 0l-.707.707M6.343 17.657l-.707.707M16 12a4 4 0 11-8 0 4 4 0 018 0z" /&gt;</a:t>
            </a:r>
          </a:p>
          <a:p>
            <a:r>
              <a:rPr sz="2400">
                <a:solidFill>
                  <a:srgbClr val="646464"/>
                </a:solidFill>
              </a:rPr>
              <a:t>            &lt;/svg&gt;</a:t>
            </a:r>
          </a:p>
          <a:p>
            <a:r>
              <a:rPr sz="2400">
                <a:solidFill>
                  <a:srgbClr val="646464"/>
                </a:solidFill>
              </a:rPr>
              <a:t>          )}</a:t>
            </a:r>
          </a:p>
          <a:p>
            <a:r>
              <a:rPr sz="2400">
                <a:solidFill>
                  <a:srgbClr val="646464"/>
                </a:solidFill>
              </a:rPr>
              <a:t>        &lt;/button&gt;</a:t>
            </a:r>
          </a:p>
          <a:p>
            <a:r>
              <a:rPr sz="2400">
                <a:solidFill>
                  <a:srgbClr val="646464"/>
                </a:solidFill>
              </a:rPr>
              <a:t>      &lt;/div&gt;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    {/* Main Content */}</a:t>
            </a:r>
          </a:p>
          <a:p>
            <a:r>
              <a:rPr sz="2400">
                <a:solidFill>
                  <a:srgbClr val="646464"/>
                </a:solidFill>
              </a:rPr>
              <a:t>      &lt;div className="h-full flex items-center justify-center px-4"&gt;</a:t>
            </a:r>
          </a:p>
          <a:p>
            <a:r>
              <a:rPr sz="2400">
                <a:solidFill>
                  <a:srgbClr val="646464"/>
                </a:solidFill>
              </a:rPr>
              <a:t>        &lt;div className="w-full max-w-2xl"&gt;</a:t>
            </a:r>
          </a:p>
          <a:p>
            <a:r>
              <a:rPr sz="2400">
                <a:solidFill>
                  <a:srgbClr val="646464"/>
                </a:solidFill>
              </a:rPr>
              <a:t>          {/* Header */}</a:t>
            </a:r>
          </a:p>
          <a:p>
            <a:r>
              <a:rPr sz="2400">
                <a:solidFill>
                  <a:srgbClr val="646464"/>
                </a:solidFill>
              </a:rPr>
              <a:t>          &lt;div className="text-center mb-8"&gt;</a:t>
            </a:r>
          </a:p>
          <a:p>
            <a:r>
              <a:rPr sz="2400">
                <a:solidFill>
                  <a:srgbClr val="646464"/>
                </a:solidFill>
              </a:rPr>
              <a:t>            &lt;div className="inline-flex items-center justify-center w-16 h-16 mb-4 rounded-full bg-black dark:bg-white"&gt;</a:t>
            </a:r>
          </a:p>
          <a:p>
            <a:r>
              <a:rPr sz="2400">
                <a:solidFill>
                  <a:srgbClr val="646464"/>
                </a:solidFill>
              </a:rPr>
              <a:t>              &lt;svg className="w-8 h-8 text-white dark:text-black" fill="none" stroke="currentColor" viewBox="0 0 24 24"&gt;</a:t>
            </a:r>
          </a:p>
          <a:p>
            <a:r>
              <a:rPr sz="2400">
                <a:solidFill>
                  <a:srgbClr val="646464"/>
                </a:solidFill>
              </a:rPr>
              <a:t>                &lt;path strokeLinecap="round" strokeLinejoin="round" strokeWidth={2} d="M5 3v4M3 5h4M6 17v4m-2-2h4m5-16l2.286 6.857L21 12l-5.714 2.143L13 21l-2.286-6.857L5 12l5.714-2.143L13 3z" /&gt;</a:t>
            </a:r>
          </a:p>
          <a:p>
            <a:r>
              <a:rPr sz="2400">
                <a:solidFill>
                  <a:srgbClr val="646464"/>
                </a:solidFill>
              </a:rPr>
              <a:t>              &lt;/svg&gt;</a:t>
            </a:r>
          </a:p>
          <a:p>
            <a:r>
              <a:rPr sz="2400">
                <a:solidFill>
                  <a:srgbClr val="646464"/>
                </a:solidFill>
              </a:rPr>
              <a:t>            &lt;/div&gt;</a:t>
            </a:r>
          </a:p>
          <a:p>
            <a:r>
              <a:rPr sz="2400">
                <a:solidFill>
                  <a:srgbClr val="646464"/>
                </a:solidFill>
              </a:rPr>
              <a:t>            &lt;h1 className="text-4xl font-bold mb-2 text-black dark:text-white"&gt;</a:t>
            </a:r>
          </a:p>
          <a:p>
            <a:r>
              <a:rPr sz="2400">
                <a:solidFill>
                  <a:srgbClr val="646464"/>
                </a:solidFill>
              </a:rPr>
              <a:t>              AI PPT Generator</a:t>
            </a:r>
          </a:p>
          <a:p>
            <a:r>
              <a:rPr sz="2400">
                <a:solidFill>
                  <a:srgbClr val="646464"/>
                </a:solidFill>
              </a:rPr>
              <a:t>            &lt;/h1&gt;</a:t>
            </a:r>
          </a:p>
          <a:p>
            <a:r>
              <a:rPr sz="2400">
                <a:solidFill>
                  <a:srgbClr val="646464"/>
                </a:solidFill>
              </a:rPr>
              <a:t>            &lt;p className="text-gray-500 dark:text-gray-400"&gt;</a:t>
            </a:r>
          </a:p>
          <a:p>
            <a:r>
              <a:rPr sz="2400">
                <a:solidFill>
                  <a:srgbClr val="646464"/>
                </a:solidFill>
              </a:rPr>
              <a:t>              Transform your ideas into stunning presentations instantly</a:t>
            </a:r>
          </a:p>
          <a:p>
            <a:r>
              <a:rPr sz="2400">
                <a:solidFill>
                  <a:srgbClr val="646464"/>
                </a:solidFill>
              </a:rPr>
              <a:t>            &lt;/p&gt;</a:t>
            </a:r>
          </a:p>
          <a:p>
            <a:r>
              <a:rPr sz="2400">
                <a:solidFill>
                  <a:srgbClr val="646464"/>
                </a:solidFill>
              </a:rPr>
              <a:t>          &lt;/div&gt;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        {/* Card */}</a:t>
            </a:r>
          </a:p>
          <a:p>
            <a:r>
              <a:rPr sz="2400">
                <a:solidFill>
                  <a:srgbClr val="646464"/>
                </a:solidFill>
              </a:rPr>
              <a:t>          &lt;div className="bg-white dark:bg-black border-2 border-black dark:border-white rounded-2xl p-8"&gt;</a:t>
            </a:r>
          </a:p>
          <a:p>
            <a:r>
              <a:rPr sz="2400">
                <a:solidFill>
                  <a:srgbClr val="646464"/>
                </a:solidFill>
              </a:rPr>
              <a:t>            &lt;label</a:t>
            </a:r>
          </a:p>
          <a:p>
            <a:r>
              <a:rPr sz="2400">
                <a:solidFill>
                  <a:srgbClr val="646464"/>
                </a:solidFill>
              </a:rPr>
              <a:t>              htmlFor="prompt"</a:t>
            </a:r>
          </a:p>
          <a:p>
            <a:r>
              <a:rPr sz="2400">
                <a:solidFill>
                  <a:srgbClr val="646464"/>
                </a:solidFill>
              </a:rPr>
              <a:t>              className="block text-sm font-semibold mb-3 text-black dark:text-white"</a:t>
            </a:r>
          </a:p>
          <a:p>
            <a:r>
              <a:rPr sz="2400">
                <a:solidFill>
                  <a:srgbClr val="646464"/>
                </a:solidFill>
              </a:rPr>
              <a:t>            &gt;</a:t>
            </a:r>
          </a:p>
          <a:p>
            <a:r>
              <a:rPr sz="2400">
                <a:solidFill>
                  <a:srgbClr val="646464"/>
                </a:solidFill>
              </a:rPr>
              <a:t>              Enter Your Prompt</a:t>
            </a:r>
          </a:p>
          <a:p>
            <a:r>
              <a:rPr sz="2400">
                <a:solidFill>
                  <a:srgbClr val="646464"/>
                </a:solidFill>
              </a:rPr>
              <a:t>            &lt;/label&gt;</a:t>
            </a:r>
          </a:p>
          <a:p>
            <a:r>
              <a:rPr sz="2400">
                <a:solidFill>
                  <a:srgbClr val="646464"/>
                </a:solidFill>
              </a:rPr>
              <a:t>            &lt;textarea</a:t>
            </a:r>
          </a:p>
          <a:p>
            <a:r>
              <a:rPr sz="2400">
                <a:solidFill>
                  <a:srgbClr val="646464"/>
                </a:solidFill>
              </a:rPr>
              <a:t>              id="prompt"</a:t>
            </a:r>
          </a:p>
          <a:p>
            <a:r>
              <a:rPr sz="2400">
                <a:solidFill>
                  <a:srgbClr val="646464"/>
                </a:solidFill>
              </a:rPr>
              <a:t>              className="w-full h-40 max-h-40 overflow-y-auto border-2 border-black dark:border-white bg-white dark:bg-black text-black dark:text-white p-4 rounded-xl mb-6 focus:outline-none focus:ring-4 focus:ring-black/20 dark:focus:ring-white/20 transition-all duration-300 resize-none placeholder:text-gray-400 dark:placeholder:text-gray-500"</a:t>
            </a:r>
          </a:p>
          <a:p>
            <a:r>
              <a:rPr sz="2400">
                <a:solidFill>
                  <a:srgbClr val="646464"/>
                </a:solidFill>
              </a:rPr>
              <a:t>              placeholder="Describe the presentation you want to create..."</a:t>
            </a:r>
          </a:p>
          <a:p>
            <a:r>
              <a:rPr sz="2400">
                <a:solidFill>
                  <a:srgbClr val="646464"/>
                </a:solidFill>
              </a:rPr>
              <a:t>              value={prompt}</a:t>
            </a:r>
          </a:p>
          <a:p>
            <a:r>
              <a:rPr sz="2400">
                <a:solidFill>
                  <a:srgbClr val="646464"/>
                </a:solidFill>
              </a:rPr>
              <a:t>              onChange={(e) =&gt; setPrompt(e.target.value)}</a:t>
            </a:r>
          </a:p>
          <a:p>
            <a:r>
              <a:rPr sz="2400">
                <a:solidFill>
                  <a:srgbClr val="646464"/>
                </a:solidFill>
              </a:rPr>
              <a:t>            /&gt;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          &lt;button</a:t>
            </a:r>
          </a:p>
          <a:p>
            <a:r>
              <a:rPr sz="2400">
                <a:solidFill>
                  <a:srgbClr val="646464"/>
                </a:solidFill>
              </a:rPr>
              <a:t>              onClick={handleGenerate}</a:t>
            </a:r>
          </a:p>
          <a:p>
            <a:r>
              <a:rPr sz="2400">
                <a:solidFill>
                  <a:srgbClr val="646464"/>
                </a:solidFill>
              </a:rPr>
              <a:t>              disabled={loading || !prompt.trim()}</a:t>
            </a:r>
          </a:p>
          <a:p>
            <a:r>
              <a:rPr sz="2400">
                <a:solidFill>
                  <a:srgbClr val="646464"/>
                </a:solidFill>
              </a:rPr>
              <a:t>              className="w-full bg-black dark:bg-white text-white dark:text-black font-semibold py-4 px-6 rounded-xl disabled:opacity-50 disabled:cursor-not-allowed transition-all duration-300 flex items-center justify-center gap-2"</a:t>
            </a:r>
          </a:p>
          <a:p>
            <a:r>
              <a:rPr sz="2400">
                <a:solidFill>
                  <a:srgbClr val="646464"/>
                </a:solidFill>
              </a:rPr>
              <a:t>            &gt;</a:t>
            </a:r>
          </a:p>
          <a:p>
            <a:r>
              <a:rPr sz="2400">
                <a:solidFill>
                  <a:srgbClr val="646464"/>
                </a:solidFill>
              </a:rPr>
              <a:t>              {loading ? (</a:t>
            </a:r>
          </a:p>
          <a:p>
            <a:r>
              <a:rPr sz="2400">
                <a:solidFill>
                  <a:srgbClr val="646464"/>
                </a:solidFill>
              </a:rPr>
              <a:t>                &lt;&gt;</a:t>
            </a:r>
          </a:p>
          <a:p>
            <a:r>
              <a:rPr sz="2400">
                <a:solidFill>
                  <a:srgbClr val="646464"/>
                </a:solidFill>
              </a:rPr>
              <a:t>                  &lt;div className="w-5 h-5 border-2 border-white dark:border-black border-t-transparent rounded-full animate-spin" /&gt;</a:t>
            </a:r>
          </a:p>
          <a:p>
            <a:r>
              <a:rPr sz="2400">
                <a:solidFill>
                  <a:srgbClr val="646464"/>
                </a:solidFill>
              </a:rPr>
              <a:t>                  Generating...</a:t>
            </a:r>
          </a:p>
          <a:p>
            <a:r>
              <a:rPr sz="2400">
                <a:solidFill>
                  <a:srgbClr val="646464"/>
                </a:solidFill>
              </a:rPr>
              <a:t>                &lt;/&gt;</a:t>
            </a:r>
          </a:p>
          <a:p>
            <a:r>
              <a:rPr sz="2400">
                <a:solidFill>
                  <a:srgbClr val="646464"/>
                </a:solidFill>
              </a:rPr>
              <a:t>              ) : (</a:t>
            </a:r>
          </a:p>
          <a:p>
            <a:r>
              <a:rPr sz="2400">
                <a:solidFill>
                  <a:srgbClr val="646464"/>
                </a:solidFill>
              </a:rPr>
              <a:t>                &lt;&gt;</a:t>
            </a:r>
          </a:p>
          <a:p>
            <a:r>
              <a:rPr sz="2400">
                <a:solidFill>
                  <a:srgbClr val="646464"/>
                </a:solidFill>
              </a:rPr>
              <a:t>                  &lt;svg className="w-5 h-5" fill="none" stroke="currentColor" viewBox="0 0 24 24"&gt;</a:t>
            </a:r>
          </a:p>
          <a:p>
            <a:r>
              <a:rPr sz="2400">
                <a:solidFill>
                  <a:srgbClr val="646464"/>
                </a:solidFill>
              </a:rPr>
              <a:t>                    &lt;path strokeLinecap="round" strokeLinejoin="round" strokeWidth={2} d="M4 16v1a3 3 0 003 3h10a3 3 0 003-3v-1m-4-4l-4 4m0 0l-4-4m4 4V4" /&gt;</a:t>
            </a:r>
          </a:p>
          <a:p>
            <a:r>
              <a:rPr sz="2400">
                <a:solidFill>
                  <a:srgbClr val="646464"/>
                </a:solidFill>
              </a:rPr>
              <a:t>                  &lt;/svg&gt;</a:t>
            </a:r>
          </a:p>
          <a:p>
            <a:r>
              <a:rPr sz="2400">
                <a:solidFill>
                  <a:srgbClr val="646464"/>
                </a:solidFill>
              </a:rPr>
              <a:t>                  Generate PPT</a:t>
            </a:r>
          </a:p>
          <a:p>
            <a:r>
              <a:rPr sz="2400">
                <a:solidFill>
                  <a:srgbClr val="646464"/>
                </a:solidFill>
              </a:rPr>
              <a:t>                &lt;/&gt;</a:t>
            </a:r>
          </a:p>
          <a:p>
            <a:r>
              <a:rPr sz="2400">
                <a:solidFill>
                  <a:srgbClr val="646464"/>
                </a:solidFill>
              </a:rPr>
              <a:t>              )}</a:t>
            </a:r>
          </a:p>
          <a:p>
            <a:r>
              <a:rPr sz="2400">
                <a:solidFill>
                  <a:srgbClr val="646464"/>
                </a:solidFill>
              </a:rPr>
              <a:t>            &lt;/button&gt;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            {/* Info Text */}</a:t>
            </a:r>
          </a:p>
          <a:p>
            <a:r>
              <a:rPr sz="2400">
                <a:solidFill>
                  <a:srgbClr val="646464"/>
                </a:solidFill>
              </a:rPr>
              <a:t>            &lt;p className="text-xs text-center mt-4 text-gray-500 dark:text-gray-400"&gt;</a:t>
            </a:r>
          </a:p>
          <a:p>
            <a:r>
              <a:rPr sz="2400">
                <a:solidFill>
                  <a:srgbClr val="646464"/>
                </a:solidFill>
              </a:rPr>
              <a:t>              Your presentation will download automatically when ready</a:t>
            </a:r>
          </a:p>
          <a:p>
            <a:r>
              <a:rPr sz="2400">
                <a:solidFill>
                  <a:srgbClr val="646464"/>
                </a:solidFill>
              </a:rPr>
              <a:t>            &lt;/p&gt;</a:t>
            </a:r>
          </a:p>
          <a:p>
            <a:r>
              <a:rPr sz="2400">
                <a:solidFill>
                  <a:srgbClr val="646464"/>
                </a:solidFill>
              </a:rPr>
              <a:t>          &lt;/div&gt;</a:t>
            </a:r>
          </a:p>
          <a:p>
            <a:r>
              <a:rPr sz="2400">
                <a:solidFill>
                  <a:srgbClr val="646464"/>
                </a:solidFill>
              </a:rPr>
              <a:t>        &lt;/div&gt;</a:t>
            </a:r>
          </a:p>
          <a:p>
            <a:r>
              <a:rPr sz="2400">
                <a:solidFill>
                  <a:srgbClr val="646464"/>
                </a:solidFill>
              </a:rPr>
              <a:t>      &lt;/div&gt;</a:t>
            </a:r>
          </a:p>
          <a:p>
            <a:r>
              <a:rPr sz="2400">
                <a:solidFill>
                  <a:srgbClr val="646464"/>
                </a:solidFill>
              </a:rPr>
              <a:t>    &lt;/div&gt;</a:t>
            </a:r>
          </a:p>
          <a:p>
            <a:r>
              <a:rPr sz="2400">
                <a:solidFill>
                  <a:srgbClr val="646464"/>
                </a:solidFill>
              </a:rPr>
              <a:t>  );</a:t>
            </a:r>
          </a:p>
          <a:p>
            <a:r>
              <a:rPr sz="2400">
                <a:solidFill>
                  <a:srgbClr val="646464"/>
                </a:solidFill>
              </a:rPr>
              <a:t>}</a:t>
            </a:r>
          </a:p>
          <a:p/>
          <a:p/>
          <a:p>
            <a:r>
              <a:rPr sz="2400">
                <a:solidFill>
                  <a:srgbClr val="646464"/>
                </a:solidFill>
              </a:rPr>
              <a:t>export default App;</a:t>
            </a:r>
          </a:p>
          <a:p>
            <a:r>
              <a:rPr sz="2400">
                <a:solidFill>
                  <a:srgbClr val="646464"/>
                </a:solidFill>
              </a:rPr>
              <a:t>' on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966432"/>
                </a:solidFill>
              </a:rP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966432"/>
                </a:solidFill>
              </a:rPr>
              <a:t>Content related to 'import { useState, useEffect } from "react";</a:t>
            </a:r>
          </a:p>
          <a:p>
            <a:r>
              <a:rPr sz="2400">
                <a:solidFill>
                  <a:srgbClr val="966432"/>
                </a:solidFill>
              </a:rPr>
              <a:t>import axios from "axios";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function App() {</a:t>
            </a:r>
          </a:p>
          <a:p>
            <a:r>
              <a:rPr sz="2400">
                <a:solidFill>
                  <a:srgbClr val="966432"/>
                </a:solidFill>
              </a:rPr>
              <a:t>  const [prompt, setPrompt] = useState("");</a:t>
            </a:r>
          </a:p>
          <a:p>
            <a:r>
              <a:rPr sz="2400">
                <a:solidFill>
                  <a:srgbClr val="966432"/>
                </a:solidFill>
              </a:rPr>
              <a:t>  const [loading, setLoading] = useState(false);</a:t>
            </a:r>
          </a:p>
          <a:p>
            <a:r>
              <a:rPr sz="2400">
                <a:solidFill>
                  <a:srgbClr val="966432"/>
                </a:solidFill>
              </a:rPr>
              <a:t>  const [theme, setTheme] = useState("light");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// Load theme from localStorage on mount</a:t>
            </a:r>
          </a:p>
          <a:p>
            <a:r>
              <a:rPr sz="2400">
                <a:solidFill>
                  <a:srgbClr val="966432"/>
                </a:solidFill>
              </a:rPr>
              <a:t>  useEffect(() =&gt; {</a:t>
            </a:r>
          </a:p>
          <a:p>
            <a:r>
              <a:rPr sz="2400">
                <a:solidFill>
                  <a:srgbClr val="966432"/>
                </a:solidFill>
              </a:rPr>
              <a:t>    const savedTheme = localStorage.getItem("theme") || "light";</a:t>
            </a:r>
          </a:p>
          <a:p>
            <a:r>
              <a:rPr sz="2400">
                <a:solidFill>
                  <a:srgbClr val="966432"/>
                </a:solidFill>
              </a:rPr>
              <a:t>    setTheme(savedTheme);</a:t>
            </a:r>
          </a:p>
          <a:p>
            <a:r>
              <a:rPr sz="2400">
                <a:solidFill>
                  <a:srgbClr val="966432"/>
                </a:solidFill>
              </a:rPr>
              <a:t>    if (savedTheme === "dark") {</a:t>
            </a:r>
          </a:p>
          <a:p>
            <a:r>
              <a:rPr sz="2400">
                <a:solidFill>
                  <a:srgbClr val="966432"/>
                </a:solidFill>
              </a:rPr>
              <a:t>      document.documentElement.classList.add("dark");</a:t>
            </a:r>
          </a:p>
          <a:p>
            <a:r>
              <a:rPr sz="2400">
                <a:solidFill>
                  <a:srgbClr val="966432"/>
                </a:solidFill>
              </a:rPr>
              <a:t>    } else {</a:t>
            </a:r>
          </a:p>
          <a:p>
            <a:r>
              <a:rPr sz="2400">
                <a:solidFill>
                  <a:srgbClr val="966432"/>
                </a:solidFill>
              </a:rPr>
              <a:t>      document.documentElement.classList.remove("dark");</a:t>
            </a:r>
          </a:p>
          <a:p>
            <a:r>
              <a:rPr sz="2400">
                <a:solidFill>
                  <a:srgbClr val="966432"/>
                </a:solidFill>
              </a:rPr>
              <a:t>    }</a:t>
            </a:r>
          </a:p>
          <a:p>
            <a:r>
              <a:rPr sz="2400">
                <a:solidFill>
                  <a:srgbClr val="966432"/>
                </a:solidFill>
              </a:rPr>
              <a:t>  }, []);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// Toggle theme and save to localStorage</a:t>
            </a:r>
          </a:p>
          <a:p>
            <a:r>
              <a:rPr sz="2400">
                <a:solidFill>
                  <a:srgbClr val="966432"/>
                </a:solidFill>
              </a:rPr>
              <a:t>  const toggleTheme = () =&gt; {</a:t>
            </a:r>
          </a:p>
          <a:p>
            <a:r>
              <a:rPr sz="2400">
                <a:solidFill>
                  <a:srgbClr val="966432"/>
                </a:solidFill>
              </a:rPr>
              <a:t>    const newTheme = theme === "light" ? "dark" : "light";</a:t>
            </a:r>
          </a:p>
          <a:p>
            <a:r>
              <a:rPr sz="2400">
                <a:solidFill>
                  <a:srgbClr val="966432"/>
                </a:solidFill>
              </a:rPr>
              <a:t>    setTheme(newTheme);</a:t>
            </a:r>
          </a:p>
          <a:p>
            <a:r>
              <a:rPr sz="2400">
                <a:solidFill>
                  <a:srgbClr val="966432"/>
                </a:solidFill>
              </a:rPr>
              <a:t>    localStorage.setItem("theme", newTheme);</a:t>
            </a:r>
          </a:p>
          <a:p>
            <a:r>
              <a:rPr sz="2400">
                <a:solidFill>
                  <a:srgbClr val="966432"/>
                </a:solidFill>
              </a:rPr>
              <a:t>    </a:t>
            </a:r>
          </a:p>
          <a:p>
            <a:r>
              <a:rPr sz="2400">
                <a:solidFill>
                  <a:srgbClr val="966432"/>
                </a:solidFill>
              </a:rPr>
              <a:t>    if (newTheme === "dark") {</a:t>
            </a:r>
          </a:p>
          <a:p>
            <a:r>
              <a:rPr sz="2400">
                <a:solidFill>
                  <a:srgbClr val="966432"/>
                </a:solidFill>
              </a:rPr>
              <a:t>      document.documentElement.classList.add("dark");</a:t>
            </a:r>
          </a:p>
          <a:p>
            <a:r>
              <a:rPr sz="2400">
                <a:solidFill>
                  <a:srgbClr val="966432"/>
                </a:solidFill>
              </a:rPr>
              <a:t>    } else {</a:t>
            </a:r>
          </a:p>
          <a:p>
            <a:r>
              <a:rPr sz="2400">
                <a:solidFill>
                  <a:srgbClr val="966432"/>
                </a:solidFill>
              </a:rPr>
              <a:t>      document.documentElement.classList.remove("dark");</a:t>
            </a:r>
          </a:p>
          <a:p>
            <a:r>
              <a:rPr sz="2400">
                <a:solidFill>
                  <a:srgbClr val="966432"/>
                </a:solidFill>
              </a:rPr>
              <a:t>    }</a:t>
            </a:r>
          </a:p>
          <a:p>
            <a:r>
              <a:rPr sz="2400">
                <a:solidFill>
                  <a:srgbClr val="966432"/>
                </a:solidFill>
              </a:rPr>
              <a:t>  };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const handleGenerate = async () =&gt; {</a:t>
            </a:r>
          </a:p>
          <a:p>
            <a:r>
              <a:rPr sz="2400">
                <a:solidFill>
                  <a:srgbClr val="966432"/>
                </a:solidFill>
              </a:rPr>
              <a:t>    if (!prompt.trim()) return;</a:t>
            </a:r>
          </a:p>
          <a:p>
            <a:r>
              <a:rPr sz="2400">
                <a:solidFill>
                  <a:srgbClr val="966432"/>
                </a:solidFill>
              </a:rPr>
              <a:t>    setLoading(true);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  try {</a:t>
            </a:r>
          </a:p>
          <a:p>
            <a:r>
              <a:rPr sz="2400">
                <a:solidFill>
                  <a:srgbClr val="966432"/>
                </a:solidFill>
              </a:rPr>
              <a:t>      const response = await axios.post(</a:t>
            </a:r>
          </a:p>
          <a:p>
            <a:r>
              <a:rPr sz="2400">
                <a:solidFill>
                  <a:srgbClr val="966432"/>
                </a:solidFill>
              </a:rPr>
              <a:t>        "http://127.0.0.1:8000/generate-ppt",</a:t>
            </a:r>
          </a:p>
          <a:p>
            <a:r>
              <a:rPr sz="2400">
                <a:solidFill>
                  <a:srgbClr val="966432"/>
                </a:solidFill>
              </a:rPr>
              <a:t>        { prompt },</a:t>
            </a:r>
          </a:p>
          <a:p>
            <a:r>
              <a:rPr sz="2400">
                <a:solidFill>
                  <a:srgbClr val="966432"/>
                </a:solidFill>
              </a:rPr>
              <a:t>        { responseType: "blob" }</a:t>
            </a:r>
          </a:p>
          <a:p>
            <a:r>
              <a:rPr sz="2400">
                <a:solidFill>
                  <a:srgbClr val="966432"/>
                </a:solidFill>
              </a:rPr>
              <a:t>      );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    // Download the PPT file</a:t>
            </a:r>
          </a:p>
          <a:p>
            <a:r>
              <a:rPr sz="2400">
                <a:solidFill>
                  <a:srgbClr val="966432"/>
                </a:solidFill>
              </a:rPr>
              <a:t>      const url = window.URL.createObjectURL(new Blob([response.data]));</a:t>
            </a:r>
          </a:p>
          <a:p>
            <a:r>
              <a:rPr sz="2400">
                <a:solidFill>
                  <a:srgbClr val="966432"/>
                </a:solidFill>
              </a:rPr>
              <a:t>      const link = document.createElement("a");</a:t>
            </a:r>
          </a:p>
          <a:p>
            <a:r>
              <a:rPr sz="2400">
                <a:solidFill>
                  <a:srgbClr val="966432"/>
                </a:solidFill>
              </a:rPr>
              <a:t>      link.href = url;</a:t>
            </a:r>
          </a:p>
          <a:p>
            <a:r>
              <a:rPr sz="2400">
                <a:solidFill>
                  <a:srgbClr val="966432"/>
                </a:solidFill>
              </a:rPr>
              <a:t>      link.setAttribute("download", "GeneratedPPT.pptx");</a:t>
            </a:r>
          </a:p>
          <a:p>
            <a:r>
              <a:rPr sz="2400">
                <a:solidFill>
                  <a:srgbClr val="966432"/>
                </a:solidFill>
              </a:rPr>
              <a:t>      document.body.appendChild(link);</a:t>
            </a:r>
          </a:p>
          <a:p>
            <a:r>
              <a:rPr sz="2400">
                <a:solidFill>
                  <a:srgbClr val="966432"/>
                </a:solidFill>
              </a:rPr>
              <a:t>      link.click();</a:t>
            </a:r>
          </a:p>
          <a:p>
            <a:r>
              <a:rPr sz="2400">
                <a:solidFill>
                  <a:srgbClr val="966432"/>
                </a:solidFill>
              </a:rPr>
              <a:t>      link.remove();</a:t>
            </a:r>
          </a:p>
          <a:p>
            <a:r>
              <a:rPr sz="2400">
                <a:solidFill>
                  <a:srgbClr val="966432"/>
                </a:solidFill>
              </a:rPr>
              <a:t>    } catch (error) {</a:t>
            </a:r>
          </a:p>
          <a:p>
            <a:r>
              <a:rPr sz="2400">
                <a:solidFill>
                  <a:srgbClr val="966432"/>
                </a:solidFill>
              </a:rPr>
              <a:t>      console.error(error);</a:t>
            </a:r>
          </a:p>
          <a:p>
            <a:r>
              <a:rPr sz="2400">
                <a:solidFill>
                  <a:srgbClr val="966432"/>
                </a:solidFill>
              </a:rPr>
              <a:t>      alert("Error generating PPT. Please try again.");</a:t>
            </a:r>
          </a:p>
          <a:p>
            <a:r>
              <a:rPr sz="2400">
                <a:solidFill>
                  <a:srgbClr val="966432"/>
                </a:solidFill>
              </a:rPr>
              <a:t>    } finally {</a:t>
            </a:r>
          </a:p>
          <a:p>
            <a:r>
              <a:rPr sz="2400">
                <a:solidFill>
                  <a:srgbClr val="966432"/>
                </a:solidFill>
              </a:rPr>
              <a:t>      setLoading(false);</a:t>
            </a:r>
          </a:p>
          <a:p>
            <a:r>
              <a:rPr sz="2400">
                <a:solidFill>
                  <a:srgbClr val="966432"/>
                </a:solidFill>
              </a:rPr>
              <a:t>    }</a:t>
            </a:r>
          </a:p>
          <a:p>
            <a:r>
              <a:rPr sz="2400">
                <a:solidFill>
                  <a:srgbClr val="966432"/>
                </a:solidFill>
              </a:rPr>
              <a:t>  };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return (</a:t>
            </a:r>
          </a:p>
          <a:p>
            <a:r>
              <a:rPr sz="2400">
                <a:solidFill>
                  <a:srgbClr val="966432"/>
                </a:solidFill>
              </a:rPr>
              <a:t>    &lt;div className="h-screen overflow-hidden transition-colors duration-300 bg-white dark:bg-black"&gt;</a:t>
            </a:r>
          </a:p>
          <a:p>
            <a:r>
              <a:rPr sz="2400">
                <a:solidFill>
                  <a:srgbClr val="966432"/>
                </a:solidFill>
              </a:rPr>
              <a:t>      {/* Theme Toggle Button */}</a:t>
            </a:r>
          </a:p>
          <a:p>
            <a:r>
              <a:rPr sz="2400">
                <a:solidFill>
                  <a:srgbClr val="966432"/>
                </a:solidFill>
              </a:rPr>
              <a:t>      &lt;div className="fixed top-6 right-6 z-50"&gt;</a:t>
            </a:r>
          </a:p>
          <a:p>
            <a:r>
              <a:rPr sz="2400">
                <a:solidFill>
                  <a:srgbClr val="966432"/>
                </a:solidFill>
              </a:rPr>
              <a:t>        &lt;button</a:t>
            </a:r>
          </a:p>
          <a:p>
            <a:r>
              <a:rPr sz="2400">
                <a:solidFill>
                  <a:srgbClr val="966432"/>
                </a:solidFill>
              </a:rPr>
              <a:t>          onClick={toggleTheme}</a:t>
            </a:r>
          </a:p>
          <a:p>
            <a:r>
              <a:rPr sz="2400">
                <a:solidFill>
                  <a:srgbClr val="966432"/>
                </a:solidFill>
              </a:rPr>
              <a:t>          className="w-12 h-12 flex items-center justify-center rounded-full bg-black dark:bg-white text-white dark:text-black transition-all duration-300"</a:t>
            </a:r>
          </a:p>
          <a:p>
            <a:r>
              <a:rPr sz="2400">
                <a:solidFill>
                  <a:srgbClr val="966432"/>
                </a:solidFill>
              </a:rPr>
              <a:t>          aria-label="Toggle theme"</a:t>
            </a:r>
          </a:p>
          <a:p>
            <a:r>
              <a:rPr sz="2400">
                <a:solidFill>
                  <a:srgbClr val="966432"/>
                </a:solidFill>
              </a:rPr>
              <a:t>        &gt;</a:t>
            </a:r>
          </a:p>
          <a:p>
            <a:r>
              <a:rPr sz="2400">
                <a:solidFill>
                  <a:srgbClr val="966432"/>
                </a:solidFill>
              </a:rPr>
              <a:t>          {theme === "light" ? (</a:t>
            </a:r>
          </a:p>
          <a:p>
            <a:r>
              <a:rPr sz="2400">
                <a:solidFill>
                  <a:srgbClr val="966432"/>
                </a:solidFill>
              </a:rPr>
              <a:t>            &lt;svg className="w-5 h-5" fill="none" stroke="currentColor" viewBox="0 0 24 24"&gt;</a:t>
            </a:r>
          </a:p>
          <a:p>
            <a:r>
              <a:rPr sz="2400">
                <a:solidFill>
                  <a:srgbClr val="966432"/>
                </a:solidFill>
              </a:rPr>
              <a:t>              &lt;path strokeLinecap="round" strokeLinejoin="round" strokeWidth={2} d="M20.354 15.354A9 9 0 018.646 3.646 9.003 9.003 0 0012 21a9.003 9.003 0 008.354-5.646z" /&gt;</a:t>
            </a:r>
          </a:p>
          <a:p>
            <a:r>
              <a:rPr sz="2400">
                <a:solidFill>
                  <a:srgbClr val="966432"/>
                </a:solidFill>
              </a:rPr>
              <a:t>            &lt;/svg&gt;</a:t>
            </a:r>
          </a:p>
          <a:p>
            <a:r>
              <a:rPr sz="2400">
                <a:solidFill>
                  <a:srgbClr val="966432"/>
                </a:solidFill>
              </a:rPr>
              <a:t>          ) : (</a:t>
            </a:r>
          </a:p>
          <a:p>
            <a:r>
              <a:rPr sz="2400">
                <a:solidFill>
                  <a:srgbClr val="966432"/>
                </a:solidFill>
              </a:rPr>
              <a:t>            &lt;svg className="w-5 h-5" fill="none" stroke="currentColor" viewBox="0 0 24 24"&gt;</a:t>
            </a:r>
          </a:p>
          <a:p>
            <a:r>
              <a:rPr sz="2400">
                <a:solidFill>
                  <a:srgbClr val="966432"/>
                </a:solidFill>
              </a:rPr>
              <a:t>              &lt;path strokeLinecap="round" strokeLinejoin="round" strokeWidth={2} d="M12 3v1m0 16v1m9-9h-1M4 12H3m15.364 6.364l-.707-.707M6.343 6.343l-.707-.707m12.728 0l-.707.707M6.343 17.657l-.707.707M16 12a4 4 0 11-8 0 4 4 0 018 0z" /&gt;</a:t>
            </a:r>
          </a:p>
          <a:p>
            <a:r>
              <a:rPr sz="2400">
                <a:solidFill>
                  <a:srgbClr val="966432"/>
                </a:solidFill>
              </a:rPr>
              <a:t>            &lt;/svg&gt;</a:t>
            </a:r>
          </a:p>
          <a:p>
            <a:r>
              <a:rPr sz="2400">
                <a:solidFill>
                  <a:srgbClr val="966432"/>
                </a:solidFill>
              </a:rPr>
              <a:t>          )}</a:t>
            </a:r>
          </a:p>
          <a:p>
            <a:r>
              <a:rPr sz="2400">
                <a:solidFill>
                  <a:srgbClr val="966432"/>
                </a:solidFill>
              </a:rPr>
              <a:t>        &lt;/button&gt;</a:t>
            </a:r>
          </a:p>
          <a:p>
            <a:r>
              <a:rPr sz="2400">
                <a:solidFill>
                  <a:srgbClr val="966432"/>
                </a:solidFill>
              </a:rPr>
              <a:t>      &lt;/div&gt;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    {/* Main Content */}</a:t>
            </a:r>
          </a:p>
          <a:p>
            <a:r>
              <a:rPr sz="2400">
                <a:solidFill>
                  <a:srgbClr val="966432"/>
                </a:solidFill>
              </a:rPr>
              <a:t>      &lt;div className="h-full flex items-center justify-center px-4"&gt;</a:t>
            </a:r>
          </a:p>
          <a:p>
            <a:r>
              <a:rPr sz="2400">
                <a:solidFill>
                  <a:srgbClr val="966432"/>
                </a:solidFill>
              </a:rPr>
              <a:t>        &lt;div className="w-full max-w-2xl"&gt;</a:t>
            </a:r>
          </a:p>
          <a:p>
            <a:r>
              <a:rPr sz="2400">
                <a:solidFill>
                  <a:srgbClr val="966432"/>
                </a:solidFill>
              </a:rPr>
              <a:t>          {/* Header */}</a:t>
            </a:r>
          </a:p>
          <a:p>
            <a:r>
              <a:rPr sz="2400">
                <a:solidFill>
                  <a:srgbClr val="966432"/>
                </a:solidFill>
              </a:rPr>
              <a:t>          &lt;div className="text-center mb-8"&gt;</a:t>
            </a:r>
          </a:p>
          <a:p>
            <a:r>
              <a:rPr sz="2400">
                <a:solidFill>
                  <a:srgbClr val="966432"/>
                </a:solidFill>
              </a:rPr>
              <a:t>            &lt;div className="inline-flex items-center justify-center w-16 h-16 mb-4 rounded-full bg-black dark:bg-white"&gt;</a:t>
            </a:r>
          </a:p>
          <a:p>
            <a:r>
              <a:rPr sz="2400">
                <a:solidFill>
                  <a:srgbClr val="966432"/>
                </a:solidFill>
              </a:rPr>
              <a:t>              &lt;svg className="w-8 h-8 text-white dark:text-black" fill="none" stroke="currentColor" viewBox="0 0 24 24"&gt;</a:t>
            </a:r>
          </a:p>
          <a:p>
            <a:r>
              <a:rPr sz="2400">
                <a:solidFill>
                  <a:srgbClr val="966432"/>
                </a:solidFill>
              </a:rPr>
              <a:t>                &lt;path strokeLinecap="round" strokeLinejoin="round" strokeWidth={2} d="M5 3v4M3 5h4M6 17v4m-2-2h4m5-16l2.286 6.857L21 12l-5.714 2.143L13 21l-2.286-6.857L5 12l5.714-2.143L13 3z" /&gt;</a:t>
            </a:r>
          </a:p>
          <a:p>
            <a:r>
              <a:rPr sz="2400">
                <a:solidFill>
                  <a:srgbClr val="966432"/>
                </a:solidFill>
              </a:rPr>
              <a:t>              &lt;/svg&gt;</a:t>
            </a:r>
          </a:p>
          <a:p>
            <a:r>
              <a:rPr sz="2400">
                <a:solidFill>
                  <a:srgbClr val="966432"/>
                </a:solidFill>
              </a:rPr>
              <a:t>            &lt;/div&gt;</a:t>
            </a:r>
          </a:p>
          <a:p>
            <a:r>
              <a:rPr sz="2400">
                <a:solidFill>
                  <a:srgbClr val="966432"/>
                </a:solidFill>
              </a:rPr>
              <a:t>            &lt;h1 className="text-4xl font-bold mb-2 text-black dark:text-white"&gt;</a:t>
            </a:r>
          </a:p>
          <a:p>
            <a:r>
              <a:rPr sz="2400">
                <a:solidFill>
                  <a:srgbClr val="966432"/>
                </a:solidFill>
              </a:rPr>
              <a:t>              AI PPT Generator</a:t>
            </a:r>
          </a:p>
          <a:p>
            <a:r>
              <a:rPr sz="2400">
                <a:solidFill>
                  <a:srgbClr val="966432"/>
                </a:solidFill>
              </a:rPr>
              <a:t>            &lt;/h1&gt;</a:t>
            </a:r>
          </a:p>
          <a:p>
            <a:r>
              <a:rPr sz="2400">
                <a:solidFill>
                  <a:srgbClr val="966432"/>
                </a:solidFill>
              </a:rPr>
              <a:t>            &lt;p className="text-gray-500 dark:text-gray-400"&gt;</a:t>
            </a:r>
          </a:p>
          <a:p>
            <a:r>
              <a:rPr sz="2400">
                <a:solidFill>
                  <a:srgbClr val="966432"/>
                </a:solidFill>
              </a:rPr>
              <a:t>              Transform your ideas into stunning presentations instantly</a:t>
            </a:r>
          </a:p>
          <a:p>
            <a:r>
              <a:rPr sz="2400">
                <a:solidFill>
                  <a:srgbClr val="966432"/>
                </a:solidFill>
              </a:rPr>
              <a:t>            &lt;/p&gt;</a:t>
            </a:r>
          </a:p>
          <a:p>
            <a:r>
              <a:rPr sz="2400">
                <a:solidFill>
                  <a:srgbClr val="966432"/>
                </a:solidFill>
              </a:rPr>
              <a:t>          &lt;/div&gt;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        {/* Card */}</a:t>
            </a:r>
          </a:p>
          <a:p>
            <a:r>
              <a:rPr sz="2400">
                <a:solidFill>
                  <a:srgbClr val="966432"/>
                </a:solidFill>
              </a:rPr>
              <a:t>          &lt;div className="bg-white dark:bg-black border-2 border-black dark:border-white rounded-2xl p-8"&gt;</a:t>
            </a:r>
          </a:p>
          <a:p>
            <a:r>
              <a:rPr sz="2400">
                <a:solidFill>
                  <a:srgbClr val="966432"/>
                </a:solidFill>
              </a:rPr>
              <a:t>            &lt;label</a:t>
            </a:r>
          </a:p>
          <a:p>
            <a:r>
              <a:rPr sz="2400">
                <a:solidFill>
                  <a:srgbClr val="966432"/>
                </a:solidFill>
              </a:rPr>
              <a:t>              htmlFor="prompt"</a:t>
            </a:r>
          </a:p>
          <a:p>
            <a:r>
              <a:rPr sz="2400">
                <a:solidFill>
                  <a:srgbClr val="966432"/>
                </a:solidFill>
              </a:rPr>
              <a:t>              className="block text-sm font-semibold mb-3 text-black dark:text-white"</a:t>
            </a:r>
          </a:p>
          <a:p>
            <a:r>
              <a:rPr sz="2400">
                <a:solidFill>
                  <a:srgbClr val="966432"/>
                </a:solidFill>
              </a:rPr>
              <a:t>            &gt;</a:t>
            </a:r>
          </a:p>
          <a:p>
            <a:r>
              <a:rPr sz="2400">
                <a:solidFill>
                  <a:srgbClr val="966432"/>
                </a:solidFill>
              </a:rPr>
              <a:t>              Enter Your Prompt</a:t>
            </a:r>
          </a:p>
          <a:p>
            <a:r>
              <a:rPr sz="2400">
                <a:solidFill>
                  <a:srgbClr val="966432"/>
                </a:solidFill>
              </a:rPr>
              <a:t>            &lt;/label&gt;</a:t>
            </a:r>
          </a:p>
          <a:p>
            <a:r>
              <a:rPr sz="2400">
                <a:solidFill>
                  <a:srgbClr val="966432"/>
                </a:solidFill>
              </a:rPr>
              <a:t>            &lt;textarea</a:t>
            </a:r>
          </a:p>
          <a:p>
            <a:r>
              <a:rPr sz="2400">
                <a:solidFill>
                  <a:srgbClr val="966432"/>
                </a:solidFill>
              </a:rPr>
              <a:t>              id="prompt"</a:t>
            </a:r>
          </a:p>
          <a:p>
            <a:r>
              <a:rPr sz="2400">
                <a:solidFill>
                  <a:srgbClr val="966432"/>
                </a:solidFill>
              </a:rPr>
              <a:t>              className="w-full h-40 max-h-40 overflow-y-auto border-2 border-black dark:border-white bg-white dark:bg-black text-black dark:text-white p-4 rounded-xl mb-6 focus:outline-none focus:ring-4 focus:ring-black/20 dark:focus:ring-white/20 transition-all duration-300 resize-none placeholder:text-gray-400 dark:placeholder:text-gray-500"</a:t>
            </a:r>
          </a:p>
          <a:p>
            <a:r>
              <a:rPr sz="2400">
                <a:solidFill>
                  <a:srgbClr val="966432"/>
                </a:solidFill>
              </a:rPr>
              <a:t>              placeholder="Describe the presentation you want to create..."</a:t>
            </a:r>
          </a:p>
          <a:p>
            <a:r>
              <a:rPr sz="2400">
                <a:solidFill>
                  <a:srgbClr val="966432"/>
                </a:solidFill>
              </a:rPr>
              <a:t>              value={prompt}</a:t>
            </a:r>
          </a:p>
          <a:p>
            <a:r>
              <a:rPr sz="2400">
                <a:solidFill>
                  <a:srgbClr val="966432"/>
                </a:solidFill>
              </a:rPr>
              <a:t>              onChange={(e) =&gt; setPrompt(e.target.value)}</a:t>
            </a:r>
          </a:p>
          <a:p>
            <a:r>
              <a:rPr sz="2400">
                <a:solidFill>
                  <a:srgbClr val="966432"/>
                </a:solidFill>
              </a:rPr>
              <a:t>            /&gt;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          &lt;button</a:t>
            </a:r>
          </a:p>
          <a:p>
            <a:r>
              <a:rPr sz="2400">
                <a:solidFill>
                  <a:srgbClr val="966432"/>
                </a:solidFill>
              </a:rPr>
              <a:t>              onClick={handleGenerate}</a:t>
            </a:r>
          </a:p>
          <a:p>
            <a:r>
              <a:rPr sz="2400">
                <a:solidFill>
                  <a:srgbClr val="966432"/>
                </a:solidFill>
              </a:rPr>
              <a:t>              disabled={loading || !prompt.trim()}</a:t>
            </a:r>
          </a:p>
          <a:p>
            <a:r>
              <a:rPr sz="2400">
                <a:solidFill>
                  <a:srgbClr val="966432"/>
                </a:solidFill>
              </a:rPr>
              <a:t>              className="w-full bg-black dark:bg-white text-white dark:text-black font-semibold py-4 px-6 rounded-xl disabled:opacity-50 disabled:cursor-not-allowed transition-all duration-300 flex items-center justify-center gap-2"</a:t>
            </a:r>
          </a:p>
          <a:p>
            <a:r>
              <a:rPr sz="2400">
                <a:solidFill>
                  <a:srgbClr val="966432"/>
                </a:solidFill>
              </a:rPr>
              <a:t>            &gt;</a:t>
            </a:r>
          </a:p>
          <a:p>
            <a:r>
              <a:rPr sz="2400">
                <a:solidFill>
                  <a:srgbClr val="966432"/>
                </a:solidFill>
              </a:rPr>
              <a:t>              {loading ? (</a:t>
            </a:r>
          </a:p>
          <a:p>
            <a:r>
              <a:rPr sz="2400">
                <a:solidFill>
                  <a:srgbClr val="966432"/>
                </a:solidFill>
              </a:rPr>
              <a:t>                &lt;&gt;</a:t>
            </a:r>
          </a:p>
          <a:p>
            <a:r>
              <a:rPr sz="2400">
                <a:solidFill>
                  <a:srgbClr val="966432"/>
                </a:solidFill>
              </a:rPr>
              <a:t>                  &lt;div className="w-5 h-5 border-2 border-white dark:border-black border-t-transparent rounded-full animate-spin" /&gt;</a:t>
            </a:r>
          </a:p>
          <a:p>
            <a:r>
              <a:rPr sz="2400">
                <a:solidFill>
                  <a:srgbClr val="966432"/>
                </a:solidFill>
              </a:rPr>
              <a:t>                  Generating...</a:t>
            </a:r>
          </a:p>
          <a:p>
            <a:r>
              <a:rPr sz="2400">
                <a:solidFill>
                  <a:srgbClr val="966432"/>
                </a:solidFill>
              </a:rPr>
              <a:t>                &lt;/&gt;</a:t>
            </a:r>
          </a:p>
          <a:p>
            <a:r>
              <a:rPr sz="2400">
                <a:solidFill>
                  <a:srgbClr val="966432"/>
                </a:solidFill>
              </a:rPr>
              <a:t>              ) : (</a:t>
            </a:r>
          </a:p>
          <a:p>
            <a:r>
              <a:rPr sz="2400">
                <a:solidFill>
                  <a:srgbClr val="966432"/>
                </a:solidFill>
              </a:rPr>
              <a:t>                &lt;&gt;</a:t>
            </a:r>
          </a:p>
          <a:p>
            <a:r>
              <a:rPr sz="2400">
                <a:solidFill>
                  <a:srgbClr val="966432"/>
                </a:solidFill>
              </a:rPr>
              <a:t>                  &lt;svg className="w-5 h-5" fill="none" stroke="currentColor" viewBox="0 0 24 24"&gt;</a:t>
            </a:r>
          </a:p>
          <a:p>
            <a:r>
              <a:rPr sz="2400">
                <a:solidFill>
                  <a:srgbClr val="966432"/>
                </a:solidFill>
              </a:rPr>
              <a:t>                    &lt;path strokeLinecap="round" strokeLinejoin="round" strokeWidth={2} d="M4 16v1a3 3 0 003 3h10a3 3 0 003-3v-1m-4-4l-4 4m0 0l-4-4m4 4V4" /&gt;</a:t>
            </a:r>
          </a:p>
          <a:p>
            <a:r>
              <a:rPr sz="2400">
                <a:solidFill>
                  <a:srgbClr val="966432"/>
                </a:solidFill>
              </a:rPr>
              <a:t>                  &lt;/svg&gt;</a:t>
            </a:r>
          </a:p>
          <a:p>
            <a:r>
              <a:rPr sz="2400">
                <a:solidFill>
                  <a:srgbClr val="966432"/>
                </a:solidFill>
              </a:rPr>
              <a:t>                  Generate PPT</a:t>
            </a:r>
          </a:p>
          <a:p>
            <a:r>
              <a:rPr sz="2400">
                <a:solidFill>
                  <a:srgbClr val="966432"/>
                </a:solidFill>
              </a:rPr>
              <a:t>                &lt;/&gt;</a:t>
            </a:r>
          </a:p>
          <a:p>
            <a:r>
              <a:rPr sz="2400">
                <a:solidFill>
                  <a:srgbClr val="966432"/>
                </a:solidFill>
              </a:rPr>
              <a:t>              )}</a:t>
            </a:r>
          </a:p>
          <a:p>
            <a:r>
              <a:rPr sz="2400">
                <a:solidFill>
                  <a:srgbClr val="966432"/>
                </a:solidFill>
              </a:rPr>
              <a:t>            &lt;/button&gt;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            {/* Info Text */}</a:t>
            </a:r>
          </a:p>
          <a:p>
            <a:r>
              <a:rPr sz="2400">
                <a:solidFill>
                  <a:srgbClr val="966432"/>
                </a:solidFill>
              </a:rPr>
              <a:t>            &lt;p className="text-xs text-center mt-4 text-gray-500 dark:text-gray-400"&gt;</a:t>
            </a:r>
          </a:p>
          <a:p>
            <a:r>
              <a:rPr sz="2400">
                <a:solidFill>
                  <a:srgbClr val="966432"/>
                </a:solidFill>
              </a:rPr>
              <a:t>              Your presentation will download automatically when ready</a:t>
            </a:r>
          </a:p>
          <a:p>
            <a:r>
              <a:rPr sz="2400">
                <a:solidFill>
                  <a:srgbClr val="966432"/>
                </a:solidFill>
              </a:rPr>
              <a:t>            &lt;/p&gt;</a:t>
            </a:r>
          </a:p>
          <a:p>
            <a:r>
              <a:rPr sz="2400">
                <a:solidFill>
                  <a:srgbClr val="966432"/>
                </a:solidFill>
              </a:rPr>
              <a:t>          &lt;/div&gt;</a:t>
            </a:r>
          </a:p>
          <a:p>
            <a:r>
              <a:rPr sz="2400">
                <a:solidFill>
                  <a:srgbClr val="966432"/>
                </a:solidFill>
              </a:rPr>
              <a:t>        &lt;/div&gt;</a:t>
            </a:r>
          </a:p>
          <a:p>
            <a:r>
              <a:rPr sz="2400">
                <a:solidFill>
                  <a:srgbClr val="966432"/>
                </a:solidFill>
              </a:rPr>
              <a:t>      &lt;/div&gt;</a:t>
            </a:r>
          </a:p>
          <a:p>
            <a:r>
              <a:rPr sz="2400">
                <a:solidFill>
                  <a:srgbClr val="966432"/>
                </a:solidFill>
              </a:rPr>
              <a:t>    &lt;/div&gt;</a:t>
            </a:r>
          </a:p>
          <a:p>
            <a:r>
              <a:rPr sz="2400">
                <a:solidFill>
                  <a:srgbClr val="966432"/>
                </a:solidFill>
              </a:rPr>
              <a:t>  );</a:t>
            </a:r>
          </a:p>
          <a:p>
            <a:r>
              <a:rPr sz="2400">
                <a:solidFill>
                  <a:srgbClr val="966432"/>
                </a:solidFill>
              </a:rPr>
              <a:t>}</a:t>
            </a:r>
          </a:p>
          <a:p/>
          <a:p/>
          <a:p>
            <a:r>
              <a:rPr sz="2400">
                <a:solidFill>
                  <a:srgbClr val="966432"/>
                </a:solidFill>
              </a:rPr>
              <a:t>export default App;</a:t>
            </a:r>
          </a:p>
          <a:p>
            <a:r>
              <a:rPr sz="2400">
                <a:solidFill>
                  <a:srgbClr val="966432"/>
                </a:solidFill>
              </a:rPr>
              <a:t>' on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